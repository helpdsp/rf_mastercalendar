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3" r:id="rId5"/>
    <p:sldId id="262" r:id="rId6"/>
    <p:sldId id="265" r:id="rId7"/>
    <p:sldId id="267"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68AB15-9736-4ED1-AF23-BB46DD422002}" v="1" dt="2023-09-28T19:05:24.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4660"/>
  </p:normalViewPr>
  <p:slideViewPr>
    <p:cSldViewPr snapToGrid="0">
      <p:cViewPr varScale="1">
        <p:scale>
          <a:sx n="162" d="100"/>
          <a:sy n="162" d="100"/>
        </p:scale>
        <p:origin x="26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aron Gonzalez" userId="90713304-a761-4c03-8810-0902ecde353c" providerId="ADAL" clId="{8568AB15-9736-4ED1-AF23-BB46DD422002}"/>
    <pc:docChg chg="modSld">
      <pc:chgData name="Haaron Gonzalez" userId="90713304-a761-4c03-8810-0902ecde353c" providerId="ADAL" clId="{8568AB15-9736-4ED1-AF23-BB46DD422002}" dt="2023-09-28T19:05:24.674" v="0" actId="12100"/>
      <pc:docMkLst>
        <pc:docMk/>
      </pc:docMkLst>
      <pc:sldChg chg="modSp">
        <pc:chgData name="Haaron Gonzalez" userId="90713304-a761-4c03-8810-0902ecde353c" providerId="ADAL" clId="{8568AB15-9736-4ED1-AF23-BB46DD422002}" dt="2023-09-28T19:05:24.674" v="0" actId="12100"/>
        <pc:sldMkLst>
          <pc:docMk/>
          <pc:sldMk cId="3510052119" sldId="267"/>
        </pc:sldMkLst>
        <pc:graphicFrameChg chg="mod">
          <ac:chgData name="Haaron Gonzalez" userId="90713304-a761-4c03-8810-0902ecde353c" providerId="ADAL" clId="{8568AB15-9736-4ED1-AF23-BB46DD422002}" dt="2023-09-28T19:05:24.674" v="0" actId="12100"/>
          <ac:graphicFrameMkLst>
            <pc:docMk/>
            <pc:sldMk cId="3510052119" sldId="267"/>
            <ac:graphicFrameMk id="4" creationId="{B9BEDD93-B012-B3D2-992C-BAA3E7C95A9C}"/>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B18D7C-1560-4196-BEE2-C353AD8F22A7}" type="doc">
      <dgm:prSet loTypeId="urn:microsoft.com/office/officeart/2005/8/layout/cycle3" loCatId="cycle" qsTypeId="urn:microsoft.com/office/officeart/2005/8/quickstyle/simple1" qsCatId="simple" csTypeId="urn:microsoft.com/office/officeart/2005/8/colors/colorful2" csCatId="colorful" phldr="1"/>
      <dgm:spPr/>
      <dgm:t>
        <a:bodyPr/>
        <a:lstStyle/>
        <a:p>
          <a:endParaRPr lang="en-US"/>
        </a:p>
      </dgm:t>
    </dgm:pt>
    <dgm:pt modelId="{B4A7F298-D018-492A-A5D8-91AABB5E72E0}">
      <dgm:prSet phldrT="[Text]"/>
      <dgm:spPr/>
      <dgm:t>
        <a:bodyPr/>
        <a:lstStyle/>
        <a:p>
          <a:r>
            <a:rPr lang="en-US" dirty="0"/>
            <a:t>Ruiz User submits a Praise request</a:t>
          </a:r>
        </a:p>
      </dgm:t>
    </dgm:pt>
    <dgm:pt modelId="{4979D5C2-F197-46F6-A606-60DBFD87D358}" type="parTrans" cxnId="{814EAFDD-FB02-4E3C-A5D7-F79F123B2520}">
      <dgm:prSet/>
      <dgm:spPr/>
      <dgm:t>
        <a:bodyPr/>
        <a:lstStyle/>
        <a:p>
          <a:endParaRPr lang="en-US"/>
        </a:p>
      </dgm:t>
    </dgm:pt>
    <dgm:pt modelId="{2527C06D-E9CF-4D8D-9B53-43209DA44809}" type="sibTrans" cxnId="{814EAFDD-FB02-4E3C-A5D7-F79F123B2520}">
      <dgm:prSet/>
      <dgm:spPr/>
      <dgm:t>
        <a:bodyPr/>
        <a:lstStyle/>
        <a:p>
          <a:endParaRPr lang="en-US"/>
        </a:p>
      </dgm:t>
    </dgm:pt>
    <dgm:pt modelId="{ADCFBE93-D9EE-4557-8B53-24FB8D5C1E33}">
      <dgm:prSet phldrT="[Text]"/>
      <dgm:spPr/>
      <dgm:t>
        <a:bodyPr/>
        <a:lstStyle/>
        <a:p>
          <a:r>
            <a:rPr lang="en-US" dirty="0"/>
            <a:t>Automation send email to requestor and start an approval request</a:t>
          </a:r>
        </a:p>
      </dgm:t>
    </dgm:pt>
    <dgm:pt modelId="{79588869-E3CD-4270-B473-2B423411E279}" type="parTrans" cxnId="{12CC5BFD-06B1-46E7-A03B-9A607C303485}">
      <dgm:prSet/>
      <dgm:spPr/>
      <dgm:t>
        <a:bodyPr/>
        <a:lstStyle/>
        <a:p>
          <a:endParaRPr lang="en-US"/>
        </a:p>
      </dgm:t>
    </dgm:pt>
    <dgm:pt modelId="{4A219522-A3CD-4A08-B675-23902F2B765D}" type="sibTrans" cxnId="{12CC5BFD-06B1-46E7-A03B-9A607C303485}">
      <dgm:prSet/>
      <dgm:spPr/>
      <dgm:t>
        <a:bodyPr/>
        <a:lstStyle/>
        <a:p>
          <a:endParaRPr lang="en-US"/>
        </a:p>
      </dgm:t>
    </dgm:pt>
    <dgm:pt modelId="{0D0BF93B-8398-429B-A46C-8F7B471B34AB}">
      <dgm:prSet phldrT="[Text]"/>
      <dgm:spPr/>
      <dgm:t>
        <a:bodyPr/>
        <a:lstStyle/>
        <a:p>
          <a:r>
            <a:rPr lang="en-US" dirty="0"/>
            <a:t>Praise team member reviews praise request and approves of declines</a:t>
          </a:r>
        </a:p>
      </dgm:t>
    </dgm:pt>
    <dgm:pt modelId="{1EB8FB90-8B67-4D07-9620-2040EDE6B8B6}" type="parTrans" cxnId="{071C5893-9613-4F1D-9A01-B9D18C8B809C}">
      <dgm:prSet/>
      <dgm:spPr/>
      <dgm:t>
        <a:bodyPr/>
        <a:lstStyle/>
        <a:p>
          <a:endParaRPr lang="en-US"/>
        </a:p>
      </dgm:t>
    </dgm:pt>
    <dgm:pt modelId="{7759D04A-584B-4A5D-91F6-0E4F87FEEB06}" type="sibTrans" cxnId="{071C5893-9613-4F1D-9A01-B9D18C8B809C}">
      <dgm:prSet/>
      <dgm:spPr/>
      <dgm:t>
        <a:bodyPr/>
        <a:lstStyle/>
        <a:p>
          <a:endParaRPr lang="en-US"/>
        </a:p>
      </dgm:t>
    </dgm:pt>
    <dgm:pt modelId="{8A11D89E-1513-4FC0-AA0D-80EA1134AC9C}">
      <dgm:prSet phldrT="[Text]"/>
      <dgm:spPr/>
      <dgm:t>
        <a:bodyPr/>
        <a:lstStyle/>
        <a:p>
          <a:r>
            <a:rPr lang="en-US" dirty="0"/>
            <a:t>If praise request approved, congratulations email is sent to the praised person and CC manager</a:t>
          </a:r>
        </a:p>
      </dgm:t>
    </dgm:pt>
    <dgm:pt modelId="{8E8C3501-502E-4073-9830-6F82DB141A9B}" type="parTrans" cxnId="{A8267583-0B64-4386-8C96-07670D15AC95}">
      <dgm:prSet/>
      <dgm:spPr/>
      <dgm:t>
        <a:bodyPr/>
        <a:lstStyle/>
        <a:p>
          <a:endParaRPr lang="en-US"/>
        </a:p>
      </dgm:t>
    </dgm:pt>
    <dgm:pt modelId="{62042939-0371-4F06-BC8C-6368C1AA2A1D}" type="sibTrans" cxnId="{A8267583-0B64-4386-8C96-07670D15AC95}">
      <dgm:prSet/>
      <dgm:spPr/>
      <dgm:t>
        <a:bodyPr/>
        <a:lstStyle/>
        <a:p>
          <a:endParaRPr lang="en-US"/>
        </a:p>
      </dgm:t>
    </dgm:pt>
    <dgm:pt modelId="{835456D1-DFA1-48ED-8869-BDD8C4AB1E84}">
      <dgm:prSet phldrT="[Text]"/>
      <dgm:spPr/>
      <dgm:t>
        <a:bodyPr/>
        <a:lstStyle/>
        <a:p>
          <a:r>
            <a:rPr lang="en-US" dirty="0"/>
            <a:t>If praise request decline, feedback is sent by email to requestor, he can re submit</a:t>
          </a:r>
        </a:p>
      </dgm:t>
    </dgm:pt>
    <dgm:pt modelId="{1985C621-8BDB-4550-B7DF-B256A49DBDE8}" type="parTrans" cxnId="{EFFADC30-5D8B-4C15-86C1-E88552FC9236}">
      <dgm:prSet/>
      <dgm:spPr/>
      <dgm:t>
        <a:bodyPr/>
        <a:lstStyle/>
        <a:p>
          <a:endParaRPr lang="en-US"/>
        </a:p>
      </dgm:t>
    </dgm:pt>
    <dgm:pt modelId="{07A7466D-B528-4B20-9B35-03215A600FBF}" type="sibTrans" cxnId="{EFFADC30-5D8B-4C15-86C1-E88552FC9236}">
      <dgm:prSet/>
      <dgm:spPr/>
      <dgm:t>
        <a:bodyPr/>
        <a:lstStyle/>
        <a:p>
          <a:endParaRPr lang="en-US"/>
        </a:p>
      </dgm:t>
    </dgm:pt>
    <dgm:pt modelId="{3FB51C42-701D-439F-A264-2CB18953B53F}" type="pres">
      <dgm:prSet presAssocID="{ABB18D7C-1560-4196-BEE2-C353AD8F22A7}" presName="Name0" presStyleCnt="0">
        <dgm:presLayoutVars>
          <dgm:dir/>
          <dgm:resizeHandles val="exact"/>
        </dgm:presLayoutVars>
      </dgm:prSet>
      <dgm:spPr/>
    </dgm:pt>
    <dgm:pt modelId="{7864034C-B453-480A-9F99-DECACF06B110}" type="pres">
      <dgm:prSet presAssocID="{ABB18D7C-1560-4196-BEE2-C353AD8F22A7}" presName="cycle" presStyleCnt="0"/>
      <dgm:spPr/>
    </dgm:pt>
    <dgm:pt modelId="{B2EFEC4C-BC58-428F-973C-2FD3913AF5F0}" type="pres">
      <dgm:prSet presAssocID="{B4A7F298-D018-492A-A5D8-91AABB5E72E0}" presName="nodeFirstNode" presStyleLbl="node1" presStyleIdx="0" presStyleCnt="5">
        <dgm:presLayoutVars>
          <dgm:bulletEnabled val="1"/>
        </dgm:presLayoutVars>
      </dgm:prSet>
      <dgm:spPr/>
    </dgm:pt>
    <dgm:pt modelId="{D877C6B3-6CCD-4349-A8BE-88A1AA7A9DA7}" type="pres">
      <dgm:prSet presAssocID="{2527C06D-E9CF-4D8D-9B53-43209DA44809}" presName="sibTransFirstNode" presStyleLbl="bgShp" presStyleIdx="0" presStyleCnt="1"/>
      <dgm:spPr/>
    </dgm:pt>
    <dgm:pt modelId="{3FA5B8F1-64F2-4520-9C79-CD657EAF8493}" type="pres">
      <dgm:prSet presAssocID="{ADCFBE93-D9EE-4557-8B53-24FB8D5C1E33}" presName="nodeFollowingNodes" presStyleLbl="node1" presStyleIdx="1" presStyleCnt="5">
        <dgm:presLayoutVars>
          <dgm:bulletEnabled val="1"/>
        </dgm:presLayoutVars>
      </dgm:prSet>
      <dgm:spPr/>
    </dgm:pt>
    <dgm:pt modelId="{43E2E938-30E5-4973-8365-9F222D836CF0}" type="pres">
      <dgm:prSet presAssocID="{0D0BF93B-8398-429B-A46C-8F7B471B34AB}" presName="nodeFollowingNodes" presStyleLbl="node1" presStyleIdx="2" presStyleCnt="5">
        <dgm:presLayoutVars>
          <dgm:bulletEnabled val="1"/>
        </dgm:presLayoutVars>
      </dgm:prSet>
      <dgm:spPr/>
    </dgm:pt>
    <dgm:pt modelId="{55E07905-B03F-4F11-A471-84A097CEBE23}" type="pres">
      <dgm:prSet presAssocID="{8A11D89E-1513-4FC0-AA0D-80EA1134AC9C}" presName="nodeFollowingNodes" presStyleLbl="node1" presStyleIdx="3" presStyleCnt="5">
        <dgm:presLayoutVars>
          <dgm:bulletEnabled val="1"/>
        </dgm:presLayoutVars>
      </dgm:prSet>
      <dgm:spPr/>
    </dgm:pt>
    <dgm:pt modelId="{8F258A76-F9D7-44D6-ADB0-2D1093F8D57E}" type="pres">
      <dgm:prSet presAssocID="{835456D1-DFA1-48ED-8869-BDD8C4AB1E84}" presName="nodeFollowingNodes" presStyleLbl="node1" presStyleIdx="4" presStyleCnt="5">
        <dgm:presLayoutVars>
          <dgm:bulletEnabled val="1"/>
        </dgm:presLayoutVars>
      </dgm:prSet>
      <dgm:spPr/>
    </dgm:pt>
  </dgm:ptLst>
  <dgm:cxnLst>
    <dgm:cxn modelId="{37ADA112-16D0-4270-9DF9-3B0BF4B5B5C4}" type="presOf" srcId="{ADCFBE93-D9EE-4557-8B53-24FB8D5C1E33}" destId="{3FA5B8F1-64F2-4520-9C79-CD657EAF8493}" srcOrd="0" destOrd="0" presId="urn:microsoft.com/office/officeart/2005/8/layout/cycle3"/>
    <dgm:cxn modelId="{402BFD2B-A0D9-416B-9C4D-8E92FCB94D90}" type="presOf" srcId="{0D0BF93B-8398-429B-A46C-8F7B471B34AB}" destId="{43E2E938-30E5-4973-8365-9F222D836CF0}" srcOrd="0" destOrd="0" presId="urn:microsoft.com/office/officeart/2005/8/layout/cycle3"/>
    <dgm:cxn modelId="{EFFADC30-5D8B-4C15-86C1-E88552FC9236}" srcId="{ABB18D7C-1560-4196-BEE2-C353AD8F22A7}" destId="{835456D1-DFA1-48ED-8869-BDD8C4AB1E84}" srcOrd="4" destOrd="0" parTransId="{1985C621-8BDB-4550-B7DF-B256A49DBDE8}" sibTransId="{07A7466D-B528-4B20-9B35-03215A600FBF}"/>
    <dgm:cxn modelId="{952FCC64-FB10-4617-80A7-8A3FF3021E94}" type="presOf" srcId="{8A11D89E-1513-4FC0-AA0D-80EA1134AC9C}" destId="{55E07905-B03F-4F11-A471-84A097CEBE23}" srcOrd="0" destOrd="0" presId="urn:microsoft.com/office/officeart/2005/8/layout/cycle3"/>
    <dgm:cxn modelId="{624F5569-08BE-4ED9-A0D9-2064976BF3B5}" type="presOf" srcId="{835456D1-DFA1-48ED-8869-BDD8C4AB1E84}" destId="{8F258A76-F9D7-44D6-ADB0-2D1093F8D57E}" srcOrd="0" destOrd="0" presId="urn:microsoft.com/office/officeart/2005/8/layout/cycle3"/>
    <dgm:cxn modelId="{A8267583-0B64-4386-8C96-07670D15AC95}" srcId="{ABB18D7C-1560-4196-BEE2-C353AD8F22A7}" destId="{8A11D89E-1513-4FC0-AA0D-80EA1134AC9C}" srcOrd="3" destOrd="0" parTransId="{8E8C3501-502E-4073-9830-6F82DB141A9B}" sibTransId="{62042939-0371-4F06-BC8C-6368C1AA2A1D}"/>
    <dgm:cxn modelId="{071C5893-9613-4F1D-9A01-B9D18C8B809C}" srcId="{ABB18D7C-1560-4196-BEE2-C353AD8F22A7}" destId="{0D0BF93B-8398-429B-A46C-8F7B471B34AB}" srcOrd="2" destOrd="0" parTransId="{1EB8FB90-8B67-4D07-9620-2040EDE6B8B6}" sibTransId="{7759D04A-584B-4A5D-91F6-0E4F87FEEB06}"/>
    <dgm:cxn modelId="{E65C4BB4-B27C-47CB-98D6-573DA03F9977}" type="presOf" srcId="{B4A7F298-D018-492A-A5D8-91AABB5E72E0}" destId="{B2EFEC4C-BC58-428F-973C-2FD3913AF5F0}" srcOrd="0" destOrd="0" presId="urn:microsoft.com/office/officeart/2005/8/layout/cycle3"/>
    <dgm:cxn modelId="{54A704C7-1434-4779-B5F7-3EB33BC804F5}" type="presOf" srcId="{ABB18D7C-1560-4196-BEE2-C353AD8F22A7}" destId="{3FB51C42-701D-439F-A264-2CB18953B53F}" srcOrd="0" destOrd="0" presId="urn:microsoft.com/office/officeart/2005/8/layout/cycle3"/>
    <dgm:cxn modelId="{814EAFDD-FB02-4E3C-A5D7-F79F123B2520}" srcId="{ABB18D7C-1560-4196-BEE2-C353AD8F22A7}" destId="{B4A7F298-D018-492A-A5D8-91AABB5E72E0}" srcOrd="0" destOrd="0" parTransId="{4979D5C2-F197-46F6-A606-60DBFD87D358}" sibTransId="{2527C06D-E9CF-4D8D-9B53-43209DA44809}"/>
    <dgm:cxn modelId="{3C53F7F3-1E37-4622-A42D-8538374F1DA1}" type="presOf" srcId="{2527C06D-E9CF-4D8D-9B53-43209DA44809}" destId="{D877C6B3-6CCD-4349-A8BE-88A1AA7A9DA7}" srcOrd="0" destOrd="0" presId="urn:microsoft.com/office/officeart/2005/8/layout/cycle3"/>
    <dgm:cxn modelId="{12CC5BFD-06B1-46E7-A03B-9A607C303485}" srcId="{ABB18D7C-1560-4196-BEE2-C353AD8F22A7}" destId="{ADCFBE93-D9EE-4557-8B53-24FB8D5C1E33}" srcOrd="1" destOrd="0" parTransId="{79588869-E3CD-4270-B473-2B423411E279}" sibTransId="{4A219522-A3CD-4A08-B675-23902F2B765D}"/>
    <dgm:cxn modelId="{80CCD7F3-09D5-4955-B00F-1672623656D7}" type="presParOf" srcId="{3FB51C42-701D-439F-A264-2CB18953B53F}" destId="{7864034C-B453-480A-9F99-DECACF06B110}" srcOrd="0" destOrd="0" presId="urn:microsoft.com/office/officeart/2005/8/layout/cycle3"/>
    <dgm:cxn modelId="{CFA4C9B6-1D53-4FB4-84A6-171F8D55714F}" type="presParOf" srcId="{7864034C-B453-480A-9F99-DECACF06B110}" destId="{B2EFEC4C-BC58-428F-973C-2FD3913AF5F0}" srcOrd="0" destOrd="0" presId="urn:microsoft.com/office/officeart/2005/8/layout/cycle3"/>
    <dgm:cxn modelId="{D858F361-1DC5-4796-8389-C8B3C0FBD611}" type="presParOf" srcId="{7864034C-B453-480A-9F99-DECACF06B110}" destId="{D877C6B3-6CCD-4349-A8BE-88A1AA7A9DA7}" srcOrd="1" destOrd="0" presId="urn:microsoft.com/office/officeart/2005/8/layout/cycle3"/>
    <dgm:cxn modelId="{7A6EB877-4FC5-4D6D-8AD4-2429217D924D}" type="presParOf" srcId="{7864034C-B453-480A-9F99-DECACF06B110}" destId="{3FA5B8F1-64F2-4520-9C79-CD657EAF8493}" srcOrd="2" destOrd="0" presId="urn:microsoft.com/office/officeart/2005/8/layout/cycle3"/>
    <dgm:cxn modelId="{AECAEAD5-4AD5-485F-9C91-785FA6CFF5F3}" type="presParOf" srcId="{7864034C-B453-480A-9F99-DECACF06B110}" destId="{43E2E938-30E5-4973-8365-9F222D836CF0}" srcOrd="3" destOrd="0" presId="urn:microsoft.com/office/officeart/2005/8/layout/cycle3"/>
    <dgm:cxn modelId="{5A628ABF-23E1-4FE1-ADFB-E5401A78B116}" type="presParOf" srcId="{7864034C-B453-480A-9F99-DECACF06B110}" destId="{55E07905-B03F-4F11-A471-84A097CEBE23}" srcOrd="4" destOrd="0" presId="urn:microsoft.com/office/officeart/2005/8/layout/cycle3"/>
    <dgm:cxn modelId="{0F8EB823-3DC6-41FB-AA28-1D1B57C56BA5}" type="presParOf" srcId="{7864034C-B453-480A-9F99-DECACF06B110}" destId="{8F258A76-F9D7-44D6-ADB0-2D1093F8D57E}" srcOrd="5"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77C6B3-6CCD-4349-A8BE-88A1AA7A9DA7}">
      <dsp:nvSpPr>
        <dsp:cNvPr id="0" name=""/>
        <dsp:cNvSpPr/>
      </dsp:nvSpPr>
      <dsp:spPr>
        <a:xfrm>
          <a:off x="760524" y="-24630"/>
          <a:ext cx="4400713" cy="4400713"/>
        </a:xfrm>
        <a:prstGeom prst="circularArrow">
          <a:avLst>
            <a:gd name="adj1" fmla="val 5544"/>
            <a:gd name="adj2" fmla="val 330680"/>
            <a:gd name="adj3" fmla="val 13823495"/>
            <a:gd name="adj4" fmla="val 17357081"/>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FEC4C-BC58-428F-973C-2FD3913AF5F0}">
      <dsp:nvSpPr>
        <dsp:cNvPr id="0" name=""/>
        <dsp:cNvSpPr/>
      </dsp:nvSpPr>
      <dsp:spPr>
        <a:xfrm>
          <a:off x="1951752" y="592"/>
          <a:ext cx="2018256" cy="100912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Ruiz User submits a Praise request</a:t>
          </a:r>
        </a:p>
      </dsp:txBody>
      <dsp:txXfrm>
        <a:off x="2001014" y="49854"/>
        <a:ext cx="1919732" cy="910604"/>
      </dsp:txXfrm>
    </dsp:sp>
    <dsp:sp modelId="{3FA5B8F1-64F2-4520-9C79-CD657EAF8493}">
      <dsp:nvSpPr>
        <dsp:cNvPr id="0" name=""/>
        <dsp:cNvSpPr/>
      </dsp:nvSpPr>
      <dsp:spPr>
        <a:xfrm>
          <a:off x="3736540" y="1297316"/>
          <a:ext cx="2018256" cy="1009128"/>
        </a:xfrm>
        <a:prstGeom prst="roundRect">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Automation send email to requestor and start an approval request</a:t>
          </a:r>
        </a:p>
      </dsp:txBody>
      <dsp:txXfrm>
        <a:off x="3785802" y="1346578"/>
        <a:ext cx="1919732" cy="910604"/>
      </dsp:txXfrm>
    </dsp:sp>
    <dsp:sp modelId="{43E2E938-30E5-4973-8365-9F222D836CF0}">
      <dsp:nvSpPr>
        <dsp:cNvPr id="0" name=""/>
        <dsp:cNvSpPr/>
      </dsp:nvSpPr>
      <dsp:spPr>
        <a:xfrm>
          <a:off x="3054812" y="3395460"/>
          <a:ext cx="2018256" cy="1009128"/>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Praise team member reviews praise request and approves of declines</a:t>
          </a:r>
        </a:p>
      </dsp:txBody>
      <dsp:txXfrm>
        <a:off x="3104074" y="3444722"/>
        <a:ext cx="1919732" cy="910604"/>
      </dsp:txXfrm>
    </dsp:sp>
    <dsp:sp modelId="{55E07905-B03F-4F11-A471-84A097CEBE23}">
      <dsp:nvSpPr>
        <dsp:cNvPr id="0" name=""/>
        <dsp:cNvSpPr/>
      </dsp:nvSpPr>
      <dsp:spPr>
        <a:xfrm>
          <a:off x="848693" y="3395460"/>
          <a:ext cx="2018256" cy="1009128"/>
        </a:xfrm>
        <a:prstGeom prst="roundRect">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If praise request approved, congratulations email is sent to the praised person and CC manager</a:t>
          </a:r>
        </a:p>
      </dsp:txBody>
      <dsp:txXfrm>
        <a:off x="897955" y="3444722"/>
        <a:ext cx="1919732" cy="910604"/>
      </dsp:txXfrm>
    </dsp:sp>
    <dsp:sp modelId="{8F258A76-F9D7-44D6-ADB0-2D1093F8D57E}">
      <dsp:nvSpPr>
        <dsp:cNvPr id="0" name=""/>
        <dsp:cNvSpPr/>
      </dsp:nvSpPr>
      <dsp:spPr>
        <a:xfrm>
          <a:off x="166964" y="1297316"/>
          <a:ext cx="2018256" cy="1009128"/>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If praise request decline, feedback is sent by email to requestor, he can re submit</a:t>
          </a:r>
        </a:p>
      </dsp:txBody>
      <dsp:txXfrm>
        <a:off x="216226" y="1346578"/>
        <a:ext cx="1919732" cy="910604"/>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E3F99-668F-259B-7897-3171EC73DC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552FCC-1CF1-98DE-7E97-20F66C0F11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35EB23-21B7-E67F-7EEB-2DBFD2FF7EE8}"/>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28DC2E24-AC58-9161-F5D5-229F630DF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67A01-E697-1661-CA27-08F96E525023}"/>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2443592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5343E-F300-F531-AAEE-BA6D0183A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4C48D-126B-4B9E-84C1-2CB0BE1419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211CF6-FC7A-250B-818D-A9B064AA4C80}"/>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9553EB17-633A-0B72-A348-444DA6C051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0729C-3AEE-A384-AC42-937FC9654B14}"/>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2877033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7BD3-C209-F99B-A172-83257E8B74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207517-B431-9E03-5941-FA34793D5F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3DFDC1-5C7F-5409-AA19-95BCC6445C8E}"/>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D614DB5D-34D1-8A6C-3693-E596A9E6F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41815-A543-1F85-6704-7FC8DC340334}"/>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665154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44E97-5C7A-EE33-4709-F34E8AA306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7C1A4A-8B3C-F9A2-FA56-E9611C2952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8C1033-FF1C-ECD4-FF31-300E1888E4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36BE68-4DC8-2796-B282-986E585840DF}"/>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6" name="Footer Placeholder 5">
            <a:extLst>
              <a:ext uri="{FF2B5EF4-FFF2-40B4-BE49-F238E27FC236}">
                <a16:creationId xmlns:a16="http://schemas.microsoft.com/office/drawing/2014/main" id="{D8A1B348-EF4B-E069-21C6-90085C3E07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63BA1-88BD-BB6C-F166-FB1772E18694}"/>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199270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0D2F0-9547-8690-1634-52B82AA529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7A4CCD-1EFB-3B3B-B485-977884714E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3A4F4F-EF21-0D9E-60D3-0EE84B3ED5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6EA6C0-1923-90D9-46D0-41E25171EC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6C082E-CF63-D028-397A-A245BC4CC6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FA0BC9-68F0-47C9-F030-16C93C156437}"/>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8" name="Footer Placeholder 7">
            <a:extLst>
              <a:ext uri="{FF2B5EF4-FFF2-40B4-BE49-F238E27FC236}">
                <a16:creationId xmlns:a16="http://schemas.microsoft.com/office/drawing/2014/main" id="{38AA3D3C-81B1-6282-3576-A2FE6FCF5F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4A8268-84D6-B336-7DD2-826BC0F3F4E0}"/>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384609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DB50B-65DF-B47E-1580-809959B7EF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55DCF1-D84A-9DF4-EE21-2DAA4688CCCF}"/>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4" name="Footer Placeholder 3">
            <a:extLst>
              <a:ext uri="{FF2B5EF4-FFF2-40B4-BE49-F238E27FC236}">
                <a16:creationId xmlns:a16="http://schemas.microsoft.com/office/drawing/2014/main" id="{EB4052E8-295D-66E9-5E55-4D376BE8B4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4348B8-1895-F306-09A9-D287E0F89B0F}"/>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617546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B5BCA2-C8D9-C2B2-AE5D-44DD2BFA7FAD}"/>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3" name="Footer Placeholder 2">
            <a:extLst>
              <a:ext uri="{FF2B5EF4-FFF2-40B4-BE49-F238E27FC236}">
                <a16:creationId xmlns:a16="http://schemas.microsoft.com/office/drawing/2014/main" id="{A0B235E5-A1D7-7B3A-BAF4-B6797C2792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AC4EE3-8AF8-D093-4E4D-8C960A31F1E0}"/>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3817814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AE657-B5F3-2AFF-FA1F-8B9D5F636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75AD9C-82D7-CAC6-0EEA-489EF00F70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F41B01-A86E-6026-B994-0ED246B24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DA6CCD-78D7-BE1C-21F0-01601C15BE47}"/>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6" name="Footer Placeholder 5">
            <a:extLst>
              <a:ext uri="{FF2B5EF4-FFF2-40B4-BE49-F238E27FC236}">
                <a16:creationId xmlns:a16="http://schemas.microsoft.com/office/drawing/2014/main" id="{263B636F-F10E-9D6F-5D66-CE05F92F72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6A0866-943B-28B2-6F00-6A3973CEE67F}"/>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416074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A3B7-EB94-D953-B0B1-C468009C8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61C32E-5EE9-2005-6786-81C111D3AD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F2E764-6D0B-89B6-446C-1CE86AF1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5DCC68-540E-776B-BC21-5313F345F1EF}"/>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6" name="Footer Placeholder 5">
            <a:extLst>
              <a:ext uri="{FF2B5EF4-FFF2-40B4-BE49-F238E27FC236}">
                <a16:creationId xmlns:a16="http://schemas.microsoft.com/office/drawing/2014/main" id="{F0840C49-6C29-5A91-1136-CE97CF911A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78FC99-8EEF-E251-F376-DC7BA3BFE35D}"/>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337620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5B265-AEAD-9192-F4B6-12022BD331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5E19F5-BFDE-0F9F-EB30-43AD057CFF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000F8-C81A-2760-23AE-BB6DE30B7054}"/>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757D2C4A-C44F-76AB-5578-699740357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E7369-6953-EFA9-DAB1-73978CC345BF}"/>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3383782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7B995B-87C2-BE34-CEB6-0BC87441D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36C6B2-ECB2-4E90-F610-8214EA0A08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E9480-130D-04C8-2105-A6AE6BDBFF76}"/>
              </a:ext>
            </a:extLst>
          </p:cNvPr>
          <p:cNvSpPr>
            <a:spLocks noGrp="1"/>
          </p:cNvSpPr>
          <p:nvPr>
            <p:ph type="dt" sz="half" idx="10"/>
          </p:nvPr>
        </p:nvSpPr>
        <p:spPr/>
        <p:txBody>
          <a:body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7616A5F1-A694-ADF2-64FB-5005DCE848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A0F11-1C14-3109-D00F-C713A18D31D9}"/>
              </a:ext>
            </a:extLst>
          </p:cNvPr>
          <p:cNvSpPr>
            <a:spLocks noGrp="1"/>
          </p:cNvSpPr>
          <p:nvPr>
            <p:ph type="sldNum" sz="quarter" idx="12"/>
          </p:nvPr>
        </p:nvSpPr>
        <p:spPr/>
        <p:txBody>
          <a:bodyPr/>
          <a:lstStyle/>
          <a:p>
            <a:fld id="{8639F963-0513-40AC-AC3E-EBA6A8007C1A}" type="slidenum">
              <a:rPr lang="en-US" smtClean="0"/>
              <a:t>‹#›</a:t>
            </a:fld>
            <a:endParaRPr lang="en-US"/>
          </a:p>
        </p:txBody>
      </p:sp>
    </p:spTree>
    <p:extLst>
      <p:ext uri="{BB962C8B-B14F-4D97-AF65-F5344CB8AC3E}">
        <p14:creationId xmlns:p14="http://schemas.microsoft.com/office/powerpoint/2010/main" val="1031639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AA95C2-0AFE-21AF-9A0A-0B8C843A9B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578D6B-0D24-9B00-361D-D427C5B674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1C245-843F-65DD-7F66-AAF3D0F330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0845A3-6597-4C68-9F7D-62682B059DDA}" type="datetimeFigureOut">
              <a:rPr lang="en-US" smtClean="0"/>
              <a:t>9/28/2023</a:t>
            </a:fld>
            <a:endParaRPr lang="en-US"/>
          </a:p>
        </p:txBody>
      </p:sp>
      <p:sp>
        <p:nvSpPr>
          <p:cNvPr id="5" name="Footer Placeholder 4">
            <a:extLst>
              <a:ext uri="{FF2B5EF4-FFF2-40B4-BE49-F238E27FC236}">
                <a16:creationId xmlns:a16="http://schemas.microsoft.com/office/drawing/2014/main" id="{F051DC1F-F1A3-FF09-CCA7-DCD5214D1F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8BC915-D778-63C4-FAF0-DAE48D071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9F963-0513-40AC-AC3E-EBA6A8007C1A}" type="slidenum">
              <a:rPr lang="en-US" smtClean="0"/>
              <a:t>‹#›</a:t>
            </a:fld>
            <a:endParaRPr lang="en-US"/>
          </a:p>
        </p:txBody>
      </p:sp>
    </p:spTree>
    <p:extLst>
      <p:ext uri="{BB962C8B-B14F-4D97-AF65-F5344CB8AC3E}">
        <p14:creationId xmlns:p14="http://schemas.microsoft.com/office/powerpoint/2010/main" val="3042955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hyperlink" Target="https://www.piqsels.com/en/public-domain-photo-zbigg"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hyperlink" Target="mailto:o365-pa-flowsvc@ruizfoods.com" TargetMode="External"/><Relationship Id="rId1" Type="http://schemas.openxmlformats.org/officeDocument/2006/relationships/slideLayout" Target="../slideLayouts/slideLayout2.xml"/><Relationship Id="rId4" Type="http://schemas.openxmlformats.org/officeDocument/2006/relationships/hyperlink" Target="https://www.piqsels.com/en/public-domain-photo-zbig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2EFC8E-E3C0-FD8B-F4EE-054FC847C560}"/>
              </a:ext>
            </a:extLst>
          </p:cNvPr>
          <p:cNvSpPr>
            <a:spLocks noGrp="1"/>
          </p:cNvSpPr>
          <p:nvPr>
            <p:ph type="title"/>
          </p:nvPr>
        </p:nvSpPr>
        <p:spPr>
          <a:xfrm>
            <a:off x="1019463" y="1939556"/>
            <a:ext cx="2628900" cy="2547257"/>
          </a:xfrm>
          <a:noFill/>
        </p:spPr>
        <p:txBody>
          <a:bodyPr vert="horz" lIns="91440" tIns="45720" rIns="91440" bIns="45720" rtlCol="0" anchor="ctr">
            <a:normAutofit/>
          </a:bodyPr>
          <a:lstStyle/>
          <a:p>
            <a:pPr algn="ctr"/>
            <a:r>
              <a:rPr lang="en-US" sz="2800" kern="1200">
                <a:solidFill>
                  <a:srgbClr val="FFFFFF"/>
                </a:solidFill>
                <a:latin typeface="+mj-lt"/>
                <a:ea typeface="+mj-ea"/>
                <a:cs typeface="+mj-cs"/>
              </a:rPr>
              <a:t>Current Corporate Intranet Home Page as September 2023</a:t>
            </a:r>
          </a:p>
        </p:txBody>
      </p:sp>
      <p:pic>
        <p:nvPicPr>
          <p:cNvPr id="5" name="Content Placeholder 4" descr="A screenshot of a computer&#10;&#10;Description automatically generated">
            <a:extLst>
              <a:ext uri="{FF2B5EF4-FFF2-40B4-BE49-F238E27FC236}">
                <a16:creationId xmlns:a16="http://schemas.microsoft.com/office/drawing/2014/main" id="{B4721D98-8238-9F5D-7188-A2B9315DCC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1673330"/>
            <a:ext cx="6780700" cy="3509011"/>
          </a:xfrm>
          <a:prstGeom prst="rect">
            <a:avLst/>
          </a:prstGeom>
        </p:spPr>
      </p:pic>
    </p:spTree>
    <p:extLst>
      <p:ext uri="{BB962C8B-B14F-4D97-AF65-F5344CB8AC3E}">
        <p14:creationId xmlns:p14="http://schemas.microsoft.com/office/powerpoint/2010/main" val="911167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xplosion: 14 Points 6">
            <a:extLst>
              <a:ext uri="{FF2B5EF4-FFF2-40B4-BE49-F238E27FC236}">
                <a16:creationId xmlns:a16="http://schemas.microsoft.com/office/drawing/2014/main" id="{66E971A3-1953-3701-C101-DE19685095C4}"/>
              </a:ext>
            </a:extLst>
          </p:cNvPr>
          <p:cNvSpPr/>
          <p:nvPr/>
        </p:nvSpPr>
        <p:spPr>
          <a:xfrm>
            <a:off x="633984" y="1740119"/>
            <a:ext cx="3644718" cy="3001549"/>
          </a:xfrm>
          <a:prstGeom prst="irregularSeal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B4721D98-8238-9F5D-7188-A2B9315DCC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1673330"/>
            <a:ext cx="6780700" cy="3509011"/>
          </a:xfrm>
          <a:prstGeom prst="rect">
            <a:avLst/>
          </a:prstGeom>
        </p:spPr>
      </p:pic>
      <p:sp>
        <p:nvSpPr>
          <p:cNvPr id="6" name="Title 1">
            <a:extLst>
              <a:ext uri="{FF2B5EF4-FFF2-40B4-BE49-F238E27FC236}">
                <a16:creationId xmlns:a16="http://schemas.microsoft.com/office/drawing/2014/main" id="{AC2A45C5-1F4D-6733-C521-500699269367}"/>
              </a:ext>
            </a:extLst>
          </p:cNvPr>
          <p:cNvSpPr txBox="1">
            <a:spLocks/>
          </p:cNvSpPr>
          <p:nvPr/>
        </p:nvSpPr>
        <p:spPr>
          <a:xfrm>
            <a:off x="1010257" y="2230673"/>
            <a:ext cx="2628900" cy="240845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bg1"/>
                </a:solidFill>
                <a:effectLst>
                  <a:outerShdw blurRad="38100" dist="38100" dir="2700000" algn="tl">
                    <a:srgbClr val="000000">
                      <a:alpha val="43137"/>
                    </a:srgbClr>
                  </a:outerShdw>
                </a:effectLst>
              </a:rPr>
              <a:t>New section will be added to home page</a:t>
            </a:r>
          </a:p>
        </p:txBody>
      </p:sp>
      <p:sp>
        <p:nvSpPr>
          <p:cNvPr id="9" name="Title 8">
            <a:extLst>
              <a:ext uri="{FF2B5EF4-FFF2-40B4-BE49-F238E27FC236}">
                <a16:creationId xmlns:a16="http://schemas.microsoft.com/office/drawing/2014/main" id="{61070704-08A1-4492-E881-0A005D8753C4}"/>
              </a:ext>
            </a:extLst>
          </p:cNvPr>
          <p:cNvSpPr>
            <a:spLocks noGrp="1"/>
          </p:cNvSpPr>
          <p:nvPr>
            <p:ph type="title"/>
          </p:nvPr>
        </p:nvSpPr>
        <p:spPr/>
        <p:txBody>
          <a:bodyPr/>
          <a:lstStyle/>
          <a:p>
            <a:endParaRPr lang="en-US"/>
          </a:p>
        </p:txBody>
      </p:sp>
      <p:cxnSp>
        <p:nvCxnSpPr>
          <p:cNvPr id="13" name="Straight Arrow Connector 12">
            <a:extLst>
              <a:ext uri="{FF2B5EF4-FFF2-40B4-BE49-F238E27FC236}">
                <a16:creationId xmlns:a16="http://schemas.microsoft.com/office/drawing/2014/main" id="{90223B3D-2CDE-E45A-0E03-DA836D741C5D}"/>
              </a:ext>
            </a:extLst>
          </p:cNvPr>
          <p:cNvCxnSpPr/>
          <p:nvPr/>
        </p:nvCxnSpPr>
        <p:spPr>
          <a:xfrm>
            <a:off x="4063042" y="3593686"/>
            <a:ext cx="1759788" cy="443476"/>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5" name="Picture 14">
            <a:extLst>
              <a:ext uri="{FF2B5EF4-FFF2-40B4-BE49-F238E27FC236}">
                <a16:creationId xmlns:a16="http://schemas.microsoft.com/office/drawing/2014/main" id="{00C3C101-04A4-9B7A-147B-0ADF0E71889C}"/>
              </a:ext>
            </a:extLst>
          </p:cNvPr>
          <p:cNvPicPr>
            <a:picLocks noChangeAspect="1"/>
          </p:cNvPicPr>
          <p:nvPr/>
        </p:nvPicPr>
        <p:blipFill rotWithShape="1">
          <a:blip r:embed="rId3"/>
          <a:srcRect l="25330" t="30927" r="24546" b="9376"/>
          <a:stretch/>
        </p:blipFill>
        <p:spPr>
          <a:xfrm>
            <a:off x="5967934" y="3593686"/>
            <a:ext cx="3231484" cy="2034433"/>
          </a:xfrm>
          <a:prstGeom prst="rect">
            <a:avLst/>
          </a:prstGeom>
        </p:spPr>
      </p:pic>
    </p:spTree>
    <p:extLst>
      <p:ext uri="{BB962C8B-B14F-4D97-AF65-F5344CB8AC3E}">
        <p14:creationId xmlns:p14="http://schemas.microsoft.com/office/powerpoint/2010/main" val="162036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0B89B8-FBF3-7EC4-3D02-9D1D465A9F30}"/>
              </a:ext>
            </a:extLst>
          </p:cNvPr>
          <p:cNvSpPr>
            <a:spLocks noGrp="1"/>
          </p:cNvSpPr>
          <p:nvPr>
            <p:ph type="title"/>
          </p:nvPr>
        </p:nvSpPr>
        <p:spPr>
          <a:xfrm>
            <a:off x="630936" y="639520"/>
            <a:ext cx="3429000" cy="1719072"/>
          </a:xfrm>
        </p:spPr>
        <p:txBody>
          <a:bodyPr anchor="b">
            <a:normAutofit/>
          </a:bodyPr>
          <a:lstStyle/>
          <a:p>
            <a:r>
              <a:rPr lang="en-US" sz="3800"/>
              <a:t>Welcome to the Praise Program </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47B88A-244E-AE1C-2EDB-5D7E191FEC7E}"/>
              </a:ext>
            </a:extLst>
          </p:cNvPr>
          <p:cNvSpPr>
            <a:spLocks noGrp="1"/>
          </p:cNvSpPr>
          <p:nvPr>
            <p:ph idx="1"/>
          </p:nvPr>
        </p:nvSpPr>
        <p:spPr>
          <a:xfrm>
            <a:off x="630936" y="2807208"/>
            <a:ext cx="3353234" cy="3410712"/>
          </a:xfrm>
        </p:spPr>
        <p:txBody>
          <a:bodyPr anchor="t">
            <a:normAutofit/>
          </a:bodyPr>
          <a:lstStyle/>
          <a:p>
            <a:r>
              <a:rPr lang="en-US" sz="2200" dirty="0"/>
              <a:t>The purpose of the Praise Program addition to La Cocina is to allow team members to recognize each other for great teamwork, ideas, process improvements, and any other work or community activity for which the submitter deems worthy of recognition. </a:t>
            </a:r>
          </a:p>
        </p:txBody>
      </p:sp>
      <p:pic>
        <p:nvPicPr>
          <p:cNvPr id="7" name="Picture 6">
            <a:extLst>
              <a:ext uri="{FF2B5EF4-FFF2-40B4-BE49-F238E27FC236}">
                <a16:creationId xmlns:a16="http://schemas.microsoft.com/office/drawing/2014/main" id="{63B4FEBC-84DC-A36F-1DE2-185C6B47B2BD}"/>
              </a:ext>
            </a:extLst>
          </p:cNvPr>
          <p:cNvPicPr>
            <a:picLocks noChangeAspect="1"/>
          </p:cNvPicPr>
          <p:nvPr/>
        </p:nvPicPr>
        <p:blipFill>
          <a:blip r:embed="rId2"/>
          <a:stretch>
            <a:fillRect/>
          </a:stretch>
        </p:blipFill>
        <p:spPr>
          <a:xfrm>
            <a:off x="3984170" y="0"/>
            <a:ext cx="8226797" cy="6833999"/>
          </a:xfrm>
          <a:prstGeom prst="rect">
            <a:avLst/>
          </a:prstGeom>
        </p:spPr>
      </p:pic>
    </p:spTree>
    <p:extLst>
      <p:ext uri="{BB962C8B-B14F-4D97-AF65-F5344CB8AC3E}">
        <p14:creationId xmlns:p14="http://schemas.microsoft.com/office/powerpoint/2010/main" val="1790069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7C27BB-7EAE-75E0-6DBC-D6C4830884D5}"/>
              </a:ext>
            </a:extLst>
          </p:cNvPr>
          <p:cNvSpPr>
            <a:spLocks noGrp="1"/>
          </p:cNvSpPr>
          <p:nvPr>
            <p:ph type="title"/>
          </p:nvPr>
        </p:nvSpPr>
        <p:spPr>
          <a:xfrm>
            <a:off x="630936" y="639520"/>
            <a:ext cx="3429000" cy="1719072"/>
          </a:xfrm>
        </p:spPr>
        <p:txBody>
          <a:bodyPr anchor="b">
            <a:normAutofit/>
          </a:bodyPr>
          <a:lstStyle/>
          <a:p>
            <a:r>
              <a:rPr lang="en-US" sz="5400"/>
              <a:t>Features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04F988-1FC0-DEA4-05F1-F6C50532F5EE}"/>
              </a:ext>
            </a:extLst>
          </p:cNvPr>
          <p:cNvSpPr>
            <a:spLocks noGrp="1"/>
          </p:cNvSpPr>
          <p:nvPr>
            <p:ph idx="1"/>
          </p:nvPr>
        </p:nvSpPr>
        <p:spPr>
          <a:xfrm>
            <a:off x="630935" y="2807208"/>
            <a:ext cx="3893869" cy="3410712"/>
          </a:xfrm>
        </p:spPr>
        <p:txBody>
          <a:bodyPr anchor="t">
            <a:normAutofit/>
          </a:bodyPr>
          <a:lstStyle/>
          <a:p>
            <a:r>
              <a:rPr lang="en-US" sz="1200" dirty="0"/>
              <a:t>Ruiz Foods Employees</a:t>
            </a:r>
          </a:p>
          <a:p>
            <a:pPr lvl="1"/>
            <a:r>
              <a:rPr lang="en-US" sz="1200" dirty="0"/>
              <a:t>Praise a team member is an option for submits praise recognitions</a:t>
            </a:r>
          </a:p>
          <a:p>
            <a:pPr lvl="1"/>
            <a:r>
              <a:rPr lang="en-US" sz="1200" dirty="0"/>
              <a:t>View submitted praises is an option to review submitted and approved Praises</a:t>
            </a:r>
          </a:p>
          <a:p>
            <a:r>
              <a:rPr lang="en-US" sz="1200" dirty="0"/>
              <a:t>Praise Team</a:t>
            </a:r>
          </a:p>
          <a:p>
            <a:pPr lvl="1"/>
            <a:r>
              <a:rPr lang="en-US" sz="1200" dirty="0"/>
              <a:t>Review and evaluate Praise request</a:t>
            </a:r>
          </a:p>
          <a:p>
            <a:pPr lvl="2"/>
            <a:r>
              <a:rPr lang="en-US" sz="1200" dirty="0"/>
              <a:t>If praise approved</a:t>
            </a:r>
          </a:p>
          <a:p>
            <a:pPr lvl="3"/>
            <a:r>
              <a:rPr lang="en-US" sz="1200" dirty="0"/>
              <a:t>Praise is sent by email to requestor and published in the Corporate Intranet Home Page for 7 days, then Praise is archived</a:t>
            </a:r>
          </a:p>
          <a:p>
            <a:pPr lvl="2"/>
            <a:r>
              <a:rPr lang="en-US" sz="1200" dirty="0"/>
              <a:t>If praise declined</a:t>
            </a:r>
          </a:p>
          <a:p>
            <a:pPr lvl="3"/>
            <a:r>
              <a:rPr lang="en-US" sz="1200" dirty="0"/>
              <a:t>Feedback is sent to requestor</a:t>
            </a:r>
          </a:p>
          <a:p>
            <a:pPr lvl="3"/>
            <a:r>
              <a:rPr lang="en-US" sz="1200" dirty="0"/>
              <a:t>Requestor can resubmit declined praise</a:t>
            </a:r>
          </a:p>
          <a:p>
            <a:pPr lvl="2"/>
            <a:endParaRPr lang="en-US" sz="1200" dirty="0"/>
          </a:p>
          <a:p>
            <a:pPr lvl="2"/>
            <a:endParaRPr lang="en-US" sz="1200" dirty="0"/>
          </a:p>
          <a:p>
            <a:pPr lvl="2"/>
            <a:endParaRPr lang="en-US" sz="1200" dirty="0"/>
          </a:p>
        </p:txBody>
      </p:sp>
      <p:pic>
        <p:nvPicPr>
          <p:cNvPr id="5" name="Picture 4">
            <a:extLst>
              <a:ext uri="{FF2B5EF4-FFF2-40B4-BE49-F238E27FC236}">
                <a16:creationId xmlns:a16="http://schemas.microsoft.com/office/drawing/2014/main" id="{AFCB209A-E1A2-918E-1FC5-09824629C960}"/>
              </a:ext>
            </a:extLst>
          </p:cNvPr>
          <p:cNvPicPr>
            <a:picLocks noChangeAspect="1"/>
          </p:cNvPicPr>
          <p:nvPr/>
        </p:nvPicPr>
        <p:blipFill>
          <a:blip r:embed="rId2"/>
          <a:stretch>
            <a:fillRect/>
          </a:stretch>
        </p:blipFill>
        <p:spPr>
          <a:xfrm>
            <a:off x="4654296" y="2160442"/>
            <a:ext cx="6903720" cy="2537116"/>
          </a:xfrm>
          <a:prstGeom prst="rect">
            <a:avLst/>
          </a:prstGeom>
        </p:spPr>
      </p:pic>
    </p:spTree>
    <p:extLst>
      <p:ext uri="{BB962C8B-B14F-4D97-AF65-F5344CB8AC3E}">
        <p14:creationId xmlns:p14="http://schemas.microsoft.com/office/powerpoint/2010/main" val="345599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0B89B8-FBF3-7EC4-3D02-9D1D465A9F30}"/>
              </a:ext>
            </a:extLst>
          </p:cNvPr>
          <p:cNvSpPr>
            <a:spLocks noGrp="1"/>
          </p:cNvSpPr>
          <p:nvPr>
            <p:ph type="title"/>
          </p:nvPr>
        </p:nvSpPr>
        <p:spPr>
          <a:xfrm>
            <a:off x="630936" y="639520"/>
            <a:ext cx="3429000" cy="1719072"/>
          </a:xfrm>
        </p:spPr>
        <p:txBody>
          <a:bodyPr anchor="b">
            <a:normAutofit/>
          </a:bodyPr>
          <a:lstStyle/>
          <a:p>
            <a:r>
              <a:rPr lang="en-US" sz="4600" dirty="0"/>
              <a:t>Praise a team member!</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47B88A-244E-AE1C-2EDB-5D7E191FEC7E}"/>
              </a:ext>
            </a:extLst>
          </p:cNvPr>
          <p:cNvSpPr>
            <a:spLocks noGrp="1"/>
          </p:cNvSpPr>
          <p:nvPr>
            <p:ph idx="1"/>
          </p:nvPr>
        </p:nvSpPr>
        <p:spPr>
          <a:xfrm>
            <a:off x="630936" y="2807208"/>
            <a:ext cx="3429000" cy="3410712"/>
          </a:xfrm>
        </p:spPr>
        <p:txBody>
          <a:bodyPr anchor="t">
            <a:normAutofit/>
          </a:bodyPr>
          <a:lstStyle/>
          <a:p>
            <a:r>
              <a:rPr lang="en-US" sz="2200" dirty="0"/>
              <a:t>Praise for</a:t>
            </a:r>
          </a:p>
          <a:p>
            <a:r>
              <a:rPr lang="en-US" sz="2200" dirty="0"/>
              <a:t>Manager</a:t>
            </a:r>
          </a:p>
          <a:p>
            <a:r>
              <a:rPr lang="en-US" sz="2200" dirty="0"/>
              <a:t>Description</a:t>
            </a:r>
          </a:p>
          <a:p>
            <a:r>
              <a:rPr lang="en-US" sz="2200" dirty="0"/>
              <a:t>Core Value Demonstrated</a:t>
            </a:r>
          </a:p>
        </p:txBody>
      </p:sp>
      <p:pic>
        <p:nvPicPr>
          <p:cNvPr id="5" name="Picture 4">
            <a:extLst>
              <a:ext uri="{FF2B5EF4-FFF2-40B4-BE49-F238E27FC236}">
                <a16:creationId xmlns:a16="http://schemas.microsoft.com/office/drawing/2014/main" id="{34927E8F-2424-08C6-F7D8-0E19A65B13C3}"/>
              </a:ext>
            </a:extLst>
          </p:cNvPr>
          <p:cNvPicPr>
            <a:picLocks noChangeAspect="1"/>
          </p:cNvPicPr>
          <p:nvPr/>
        </p:nvPicPr>
        <p:blipFill>
          <a:blip r:embed="rId2"/>
          <a:stretch>
            <a:fillRect/>
          </a:stretch>
        </p:blipFill>
        <p:spPr>
          <a:xfrm>
            <a:off x="4654296" y="702031"/>
            <a:ext cx="6903720" cy="5453938"/>
          </a:xfrm>
          <a:prstGeom prst="rect">
            <a:avLst/>
          </a:prstGeom>
        </p:spPr>
      </p:pic>
    </p:spTree>
    <p:extLst>
      <p:ext uri="{BB962C8B-B14F-4D97-AF65-F5344CB8AC3E}">
        <p14:creationId xmlns:p14="http://schemas.microsoft.com/office/powerpoint/2010/main" val="105284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0B89B8-FBF3-7EC4-3D02-9D1D465A9F30}"/>
              </a:ext>
            </a:extLst>
          </p:cNvPr>
          <p:cNvSpPr>
            <a:spLocks noGrp="1"/>
          </p:cNvSpPr>
          <p:nvPr>
            <p:ph type="title"/>
          </p:nvPr>
        </p:nvSpPr>
        <p:spPr>
          <a:xfrm>
            <a:off x="630936" y="639520"/>
            <a:ext cx="3429000" cy="1719072"/>
          </a:xfrm>
        </p:spPr>
        <p:txBody>
          <a:bodyPr anchor="b">
            <a:normAutofit/>
          </a:bodyPr>
          <a:lstStyle/>
          <a:p>
            <a:r>
              <a:rPr lang="en-US" sz="3800" dirty="0"/>
              <a:t>View submitted praises!</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47B88A-244E-AE1C-2EDB-5D7E191FEC7E}"/>
              </a:ext>
            </a:extLst>
          </p:cNvPr>
          <p:cNvSpPr>
            <a:spLocks noGrp="1"/>
          </p:cNvSpPr>
          <p:nvPr>
            <p:ph idx="1"/>
          </p:nvPr>
        </p:nvSpPr>
        <p:spPr>
          <a:xfrm>
            <a:off x="630935" y="2807208"/>
            <a:ext cx="3858473" cy="3410712"/>
          </a:xfrm>
        </p:spPr>
        <p:txBody>
          <a:bodyPr anchor="t">
            <a:normAutofit/>
          </a:bodyPr>
          <a:lstStyle/>
          <a:p>
            <a:r>
              <a:rPr lang="en-US" sz="2200" dirty="0"/>
              <a:t>My current praise</a:t>
            </a:r>
          </a:p>
          <a:p>
            <a:pPr lvl="1"/>
            <a:r>
              <a:rPr lang="en-US" sz="1800" dirty="0"/>
              <a:t>Will take 7 days to be highlighted in the home page</a:t>
            </a:r>
          </a:p>
          <a:p>
            <a:r>
              <a:rPr lang="en-US" sz="2200" dirty="0"/>
              <a:t>My archived praise</a:t>
            </a:r>
          </a:p>
          <a:p>
            <a:pPr lvl="1"/>
            <a:r>
              <a:rPr lang="en-US" sz="1800" dirty="0"/>
              <a:t>After 7 days praises archived</a:t>
            </a:r>
          </a:p>
        </p:txBody>
      </p:sp>
      <p:pic>
        <p:nvPicPr>
          <p:cNvPr id="6" name="Picture 5">
            <a:extLst>
              <a:ext uri="{FF2B5EF4-FFF2-40B4-BE49-F238E27FC236}">
                <a16:creationId xmlns:a16="http://schemas.microsoft.com/office/drawing/2014/main" id="{812D1DC1-5C2B-94F3-699C-B5F3A8E6E599}"/>
              </a:ext>
            </a:extLst>
          </p:cNvPr>
          <p:cNvPicPr>
            <a:picLocks noChangeAspect="1"/>
          </p:cNvPicPr>
          <p:nvPr/>
        </p:nvPicPr>
        <p:blipFill>
          <a:blip r:embed="rId2"/>
          <a:stretch>
            <a:fillRect/>
          </a:stretch>
        </p:blipFill>
        <p:spPr>
          <a:xfrm>
            <a:off x="4654296" y="762438"/>
            <a:ext cx="6903720" cy="5333123"/>
          </a:xfrm>
          <a:prstGeom prst="rect">
            <a:avLst/>
          </a:prstGeom>
        </p:spPr>
      </p:pic>
    </p:spTree>
    <p:extLst>
      <p:ext uri="{BB962C8B-B14F-4D97-AF65-F5344CB8AC3E}">
        <p14:creationId xmlns:p14="http://schemas.microsoft.com/office/powerpoint/2010/main" val="2419860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89B8-FBF3-7EC4-3D02-9D1D465A9F30}"/>
              </a:ext>
            </a:extLst>
          </p:cNvPr>
          <p:cNvSpPr>
            <a:spLocks noGrp="1"/>
          </p:cNvSpPr>
          <p:nvPr>
            <p:ph type="title"/>
          </p:nvPr>
        </p:nvSpPr>
        <p:spPr>
          <a:xfrm>
            <a:off x="630936" y="639520"/>
            <a:ext cx="3614060" cy="1719072"/>
          </a:xfrm>
        </p:spPr>
        <p:txBody>
          <a:bodyPr anchor="b">
            <a:normAutofit/>
          </a:bodyPr>
          <a:lstStyle/>
          <a:p>
            <a:r>
              <a:rPr lang="en-US" sz="3800" dirty="0"/>
              <a:t>Praise evaluation and approval</a:t>
            </a:r>
          </a:p>
        </p:txBody>
      </p:sp>
      <p:sp>
        <p:nvSpPr>
          <p:cNvPr id="3" name="Content Placeholder 2">
            <a:extLst>
              <a:ext uri="{FF2B5EF4-FFF2-40B4-BE49-F238E27FC236}">
                <a16:creationId xmlns:a16="http://schemas.microsoft.com/office/drawing/2014/main" id="{DB47B88A-244E-AE1C-2EDB-5D7E191FEC7E}"/>
              </a:ext>
            </a:extLst>
          </p:cNvPr>
          <p:cNvSpPr>
            <a:spLocks noGrp="1"/>
          </p:cNvSpPr>
          <p:nvPr>
            <p:ph idx="1"/>
          </p:nvPr>
        </p:nvSpPr>
        <p:spPr>
          <a:xfrm>
            <a:off x="630935" y="2807208"/>
            <a:ext cx="3858473" cy="3410712"/>
          </a:xfrm>
        </p:spPr>
        <p:txBody>
          <a:bodyPr anchor="t">
            <a:normAutofit/>
          </a:bodyPr>
          <a:lstStyle/>
          <a:p>
            <a:endParaRPr lang="en-US" sz="2200" dirty="0"/>
          </a:p>
          <a:p>
            <a:r>
              <a:rPr lang="en-US" sz="1600" dirty="0"/>
              <a:t>Review and evaluate Praise request</a:t>
            </a:r>
          </a:p>
          <a:p>
            <a:pPr lvl="1"/>
            <a:r>
              <a:rPr lang="en-US" sz="1600" dirty="0"/>
              <a:t>If praise approved</a:t>
            </a:r>
          </a:p>
          <a:p>
            <a:pPr lvl="2"/>
            <a:r>
              <a:rPr lang="en-US" sz="1400" dirty="0"/>
              <a:t>Praise is sent by email to requestor and published in the Corporate Intranet Home Page for 7 days, then Praise is archived</a:t>
            </a:r>
          </a:p>
          <a:p>
            <a:pPr lvl="1"/>
            <a:r>
              <a:rPr lang="en-US" sz="1600" dirty="0"/>
              <a:t>If praise declined</a:t>
            </a:r>
          </a:p>
          <a:p>
            <a:pPr lvl="2"/>
            <a:r>
              <a:rPr lang="en-US" sz="1400" dirty="0"/>
              <a:t>Feedback is sent to requestor</a:t>
            </a:r>
          </a:p>
          <a:p>
            <a:pPr lvl="2"/>
            <a:r>
              <a:rPr lang="en-US" sz="1400" dirty="0"/>
              <a:t>Requestor can resubmit declined praise</a:t>
            </a:r>
          </a:p>
          <a:p>
            <a:endParaRPr lang="en-US" sz="2200" dirty="0"/>
          </a:p>
          <a:p>
            <a:endParaRPr lang="en-US" sz="1800" dirty="0"/>
          </a:p>
        </p:txBody>
      </p:sp>
      <p:graphicFrame>
        <p:nvGraphicFramePr>
          <p:cNvPr id="4" name="Content Placeholder 3">
            <a:extLst>
              <a:ext uri="{FF2B5EF4-FFF2-40B4-BE49-F238E27FC236}">
                <a16:creationId xmlns:a16="http://schemas.microsoft.com/office/drawing/2014/main" id="{B9BEDD93-B012-B3D2-992C-BAA3E7C95A9C}"/>
              </a:ext>
            </a:extLst>
          </p:cNvPr>
          <p:cNvGraphicFramePr>
            <a:graphicFrameLocks/>
          </p:cNvGraphicFramePr>
          <p:nvPr>
            <p:extLst>
              <p:ext uri="{D42A27DB-BD31-4B8C-83A1-F6EECF244321}">
                <p14:modId xmlns:p14="http://schemas.microsoft.com/office/powerpoint/2010/main" val="2130241010"/>
              </p:ext>
            </p:extLst>
          </p:nvPr>
        </p:nvGraphicFramePr>
        <p:xfrm>
          <a:off x="5750829" y="1209733"/>
          <a:ext cx="5921762" cy="44051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052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92B2B9-78AC-006B-DEED-DB6D78DB5F90}"/>
              </a:ext>
            </a:extLst>
          </p:cNvPr>
          <p:cNvSpPr>
            <a:spLocks noGrp="1"/>
          </p:cNvSpPr>
          <p:nvPr>
            <p:ph type="title"/>
          </p:nvPr>
        </p:nvSpPr>
        <p:spPr>
          <a:xfrm>
            <a:off x="838201" y="365125"/>
            <a:ext cx="5251316" cy="1807305"/>
          </a:xfrm>
        </p:spPr>
        <p:txBody>
          <a:bodyPr>
            <a:normAutofit/>
          </a:bodyPr>
          <a:lstStyle/>
          <a:p>
            <a:r>
              <a:rPr lang="en-US" dirty="0"/>
              <a:t>Go Live</a:t>
            </a:r>
          </a:p>
        </p:txBody>
      </p:sp>
      <p:sp>
        <p:nvSpPr>
          <p:cNvPr id="3" name="Content Placeholder 2">
            <a:extLst>
              <a:ext uri="{FF2B5EF4-FFF2-40B4-BE49-F238E27FC236}">
                <a16:creationId xmlns:a16="http://schemas.microsoft.com/office/drawing/2014/main" id="{4DAE9C4D-4AF5-EE6B-6F0D-7A901EE6EDDC}"/>
              </a:ext>
            </a:extLst>
          </p:cNvPr>
          <p:cNvSpPr>
            <a:spLocks noGrp="1"/>
          </p:cNvSpPr>
          <p:nvPr>
            <p:ph idx="1"/>
          </p:nvPr>
        </p:nvSpPr>
        <p:spPr>
          <a:xfrm>
            <a:off x="838200" y="2333297"/>
            <a:ext cx="4619621" cy="3843666"/>
          </a:xfrm>
        </p:spPr>
        <p:txBody>
          <a:bodyPr>
            <a:normAutofit/>
          </a:bodyPr>
          <a:lstStyle/>
          <a:p>
            <a:r>
              <a:rPr lang="en-US" sz="1400"/>
              <a:t>Sunday October 1</a:t>
            </a:r>
            <a:r>
              <a:rPr lang="en-US" sz="1400" baseline="30000"/>
              <a:t>st</a:t>
            </a:r>
            <a:r>
              <a:rPr lang="en-US" sz="1400"/>
              <a:t> </a:t>
            </a:r>
          </a:p>
          <a:p>
            <a:pPr lvl="1"/>
            <a:r>
              <a:rPr lang="en-US" sz="1400"/>
              <a:t>Test data will be removed from the Praise (Archive) list</a:t>
            </a:r>
          </a:p>
          <a:p>
            <a:pPr lvl="1"/>
            <a:r>
              <a:rPr lang="en-US" sz="1400"/>
              <a:t>Backup the current Corporate Intranet Home Page (La Cocina)</a:t>
            </a:r>
          </a:p>
          <a:p>
            <a:pPr lvl="1"/>
            <a:r>
              <a:rPr lang="en-US" sz="1400"/>
              <a:t>Edit the Corporate Intranet Home Page (La Cocina) to include the new section web parts and verbiage</a:t>
            </a:r>
          </a:p>
          <a:p>
            <a:pPr lvl="1"/>
            <a:r>
              <a:rPr lang="en-US" sz="1400"/>
              <a:t>Publish the new version of the Corporate Intranet Home Page (La Cocina)</a:t>
            </a:r>
          </a:p>
          <a:p>
            <a:r>
              <a:rPr lang="en-US" sz="1400"/>
              <a:t>Support Mode start on October 2</a:t>
            </a:r>
            <a:r>
              <a:rPr lang="en-US" sz="1400" baseline="30000"/>
              <a:t>nd</a:t>
            </a:r>
            <a:r>
              <a:rPr lang="en-US" sz="1400"/>
              <a:t> </a:t>
            </a:r>
          </a:p>
          <a:p>
            <a:pPr lvl="1"/>
            <a:r>
              <a:rPr lang="en-US" sz="1400"/>
              <a:t>Keep an eye of submitted request</a:t>
            </a:r>
          </a:p>
          <a:p>
            <a:pPr lvl="1"/>
            <a:r>
              <a:rPr lang="en-US" sz="1400"/>
              <a:t>Ensure underlying solution components and automation works as expected</a:t>
            </a:r>
          </a:p>
          <a:p>
            <a:pPr lvl="1"/>
            <a:r>
              <a:rPr lang="en-US" sz="1400"/>
              <a:t>Be available for any support required</a:t>
            </a:r>
          </a:p>
        </p:txBody>
      </p:sp>
      <p:pic>
        <p:nvPicPr>
          <p:cNvPr id="5" name="Picture 4" descr="A close-up of hands touching each other&#10;&#10;Description automatically generated">
            <a:extLst>
              <a:ext uri="{FF2B5EF4-FFF2-40B4-BE49-F238E27FC236}">
                <a16:creationId xmlns:a16="http://schemas.microsoft.com/office/drawing/2014/main" id="{DC335BE3-BB19-4181-491D-0571C8A0A0E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8433" r="462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105853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2B2B9-78AC-006B-DEED-DB6D78DB5F90}"/>
              </a:ext>
            </a:extLst>
          </p:cNvPr>
          <p:cNvSpPr>
            <a:spLocks noGrp="1"/>
          </p:cNvSpPr>
          <p:nvPr>
            <p:ph type="title"/>
          </p:nvPr>
        </p:nvSpPr>
        <p:spPr/>
        <p:txBody>
          <a:bodyPr/>
          <a:lstStyle/>
          <a:p>
            <a:r>
              <a:rPr lang="en-US" dirty="0"/>
              <a:t>Technical Details</a:t>
            </a:r>
          </a:p>
        </p:txBody>
      </p:sp>
      <p:sp>
        <p:nvSpPr>
          <p:cNvPr id="3" name="Content Placeholder 2">
            <a:extLst>
              <a:ext uri="{FF2B5EF4-FFF2-40B4-BE49-F238E27FC236}">
                <a16:creationId xmlns:a16="http://schemas.microsoft.com/office/drawing/2014/main" id="{4DAE9C4D-4AF5-EE6B-6F0D-7A901EE6EDDC}"/>
              </a:ext>
            </a:extLst>
          </p:cNvPr>
          <p:cNvSpPr>
            <a:spLocks noGrp="1"/>
          </p:cNvSpPr>
          <p:nvPr>
            <p:ph idx="1"/>
          </p:nvPr>
        </p:nvSpPr>
        <p:spPr>
          <a:xfrm>
            <a:off x="838200" y="1825625"/>
            <a:ext cx="6405154" cy="4351338"/>
          </a:xfrm>
        </p:spPr>
        <p:txBody>
          <a:bodyPr/>
          <a:lstStyle/>
          <a:p>
            <a:r>
              <a:rPr lang="en-US" dirty="0"/>
              <a:t>Automation runs under </a:t>
            </a:r>
            <a:r>
              <a:rPr lang="en-US" dirty="0">
                <a:hlinkClick r:id="rId2"/>
              </a:rPr>
              <a:t>o365-pa-flowsvc@ruizfoods.com</a:t>
            </a:r>
            <a:endParaRPr lang="en-US" dirty="0"/>
          </a:p>
          <a:p>
            <a:r>
              <a:rPr lang="en-US" dirty="0"/>
              <a:t>Data is saved in two SharePoint lists under the Corporate Intranet portal</a:t>
            </a:r>
          </a:p>
          <a:p>
            <a:pPr lvl="1"/>
            <a:r>
              <a:rPr lang="en-US" dirty="0"/>
              <a:t>Praise</a:t>
            </a:r>
          </a:p>
          <a:p>
            <a:pPr lvl="1"/>
            <a:r>
              <a:rPr lang="en-US" dirty="0"/>
              <a:t>Praise (Archive)</a:t>
            </a:r>
          </a:p>
          <a:p>
            <a:r>
              <a:rPr lang="en-US" dirty="0"/>
              <a:t>Microsoft Teams</a:t>
            </a:r>
          </a:p>
          <a:p>
            <a:pPr lvl="1"/>
            <a:r>
              <a:rPr lang="en-US" dirty="0"/>
              <a:t>Use underlying Approval feature</a:t>
            </a:r>
          </a:p>
          <a:p>
            <a:pPr lvl="1"/>
            <a:endParaRPr lang="en-US" dirty="0"/>
          </a:p>
        </p:txBody>
      </p:sp>
      <p:pic>
        <p:nvPicPr>
          <p:cNvPr id="4" name="Picture 3" descr="A close-up of hands touching each other&#10;&#10;Description automatically generated">
            <a:extLst>
              <a:ext uri="{FF2B5EF4-FFF2-40B4-BE49-F238E27FC236}">
                <a16:creationId xmlns:a16="http://schemas.microsoft.com/office/drawing/2014/main" id="{F875D252-61A2-EE68-EECB-16C72D22DEF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8433" r="462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343218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8c42ea7-e9d9-4bb4-96cf-825065a55b5e}" enabled="0" method="" siteId="{b8c42ea7-e9d9-4bb4-96cf-825065a55b5e}" removed="1"/>
</clbl:labelList>
</file>

<file path=docProps/app.xml><?xml version="1.0" encoding="utf-8"?>
<Properties xmlns="http://schemas.openxmlformats.org/officeDocument/2006/extended-properties" xmlns:vt="http://schemas.openxmlformats.org/officeDocument/2006/docPropsVTypes">
  <TotalTime>73</TotalTime>
  <Words>404</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Current Corporate Intranet Home Page as September 2023</vt:lpstr>
      <vt:lpstr>PowerPoint Presentation</vt:lpstr>
      <vt:lpstr>Welcome to the Praise Program </vt:lpstr>
      <vt:lpstr>Features</vt:lpstr>
      <vt:lpstr>Praise a team member!</vt:lpstr>
      <vt:lpstr>View submitted praises!</vt:lpstr>
      <vt:lpstr>Praise evaluation and approval</vt:lpstr>
      <vt:lpstr>Go Live</vt:lpstr>
      <vt:lpstr>Technical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Haaron Gonzalez</dc:creator>
  <cp:lastModifiedBy>Haaron Gonzalez</cp:lastModifiedBy>
  <cp:revision>2</cp:revision>
  <dcterms:created xsi:type="dcterms:W3CDTF">2023-09-28T17:52:04Z</dcterms:created>
  <dcterms:modified xsi:type="dcterms:W3CDTF">2023-09-28T19:05:32Z</dcterms:modified>
</cp:coreProperties>
</file>