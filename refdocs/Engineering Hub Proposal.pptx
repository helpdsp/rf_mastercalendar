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81" r:id="rId9"/>
    <p:sldId id="261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9236075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preet Bhullar" initials="H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28B53-EC9E-4F19-BE6E-9B1667854B47}" v="3" dt="2025-02-12T20:47:0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6" autoAdjust="0"/>
    <p:restoredTop sz="95789" autoAdjust="0"/>
  </p:normalViewPr>
  <p:slideViewPr>
    <p:cSldViewPr>
      <p:cViewPr varScale="1">
        <p:scale>
          <a:sx n="143" d="100"/>
          <a:sy n="143" d="100"/>
        </p:scale>
        <p:origin x="27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aron Gonzalez" userId="90713304-a761-4c03-8810-0902ecde353c" providerId="ADAL" clId="{A6528B53-EC9E-4F19-BE6E-9B1667854B47}"/>
    <pc:docChg chg="custSel addSld delSld modSld">
      <pc:chgData name="Haaron Gonzalez" userId="90713304-a761-4c03-8810-0902ecde353c" providerId="ADAL" clId="{A6528B53-EC9E-4F19-BE6E-9B1667854B47}" dt="2025-02-12T21:22:10.449" v="20" actId="1076"/>
      <pc:docMkLst>
        <pc:docMk/>
      </pc:docMkLst>
      <pc:sldChg chg="addSp modSp mod">
        <pc:chgData name="Haaron Gonzalez" userId="90713304-a761-4c03-8810-0902ecde353c" providerId="ADAL" clId="{A6528B53-EC9E-4F19-BE6E-9B1667854B47}" dt="2025-02-12T18:56:07.195" v="8" actId="1076"/>
        <pc:sldMkLst>
          <pc:docMk/>
          <pc:sldMk cId="0" sldId="260"/>
        </pc:sldMkLst>
        <pc:spChg chg="add mod">
          <ac:chgData name="Haaron Gonzalez" userId="90713304-a761-4c03-8810-0902ecde353c" providerId="ADAL" clId="{A6528B53-EC9E-4F19-BE6E-9B1667854B47}" dt="2025-02-12T18:56:07.195" v="8" actId="1076"/>
          <ac:spMkLst>
            <pc:docMk/>
            <pc:sldMk cId="0" sldId="260"/>
            <ac:spMk id="6" creationId="{3C6283CB-2310-D0DF-7ED9-6BFF54AF59F7}"/>
          </ac:spMkLst>
        </pc:spChg>
      </pc:sldChg>
      <pc:sldChg chg="addSp modSp new mod">
        <pc:chgData name="Haaron Gonzalez" userId="90713304-a761-4c03-8810-0902ecde353c" providerId="ADAL" clId="{A6528B53-EC9E-4F19-BE6E-9B1667854B47}" dt="2025-02-12T20:46:59.810" v="11" actId="1076"/>
        <pc:sldMkLst>
          <pc:docMk/>
          <pc:sldMk cId="1613301353" sldId="279"/>
        </pc:sldMkLst>
        <pc:picChg chg="add mod">
          <ac:chgData name="Haaron Gonzalez" userId="90713304-a761-4c03-8810-0902ecde353c" providerId="ADAL" clId="{A6528B53-EC9E-4F19-BE6E-9B1667854B47}" dt="2025-02-12T20:46:59.810" v="11" actId="1076"/>
          <ac:picMkLst>
            <pc:docMk/>
            <pc:sldMk cId="1613301353" sldId="279"/>
            <ac:picMk id="6" creationId="{5F70E3DF-853D-CB3C-45B1-C658731EBDDA}"/>
          </ac:picMkLst>
        </pc:picChg>
      </pc:sldChg>
      <pc:sldChg chg="addSp delSp modSp add mod">
        <pc:chgData name="Haaron Gonzalez" userId="90713304-a761-4c03-8810-0902ecde353c" providerId="ADAL" clId="{A6528B53-EC9E-4F19-BE6E-9B1667854B47}" dt="2025-02-12T20:49:15.247" v="16" actId="1076"/>
        <pc:sldMkLst>
          <pc:docMk/>
          <pc:sldMk cId="2405204206" sldId="280"/>
        </pc:sldMkLst>
        <pc:picChg chg="del">
          <ac:chgData name="Haaron Gonzalez" userId="90713304-a761-4c03-8810-0902ecde353c" providerId="ADAL" clId="{A6528B53-EC9E-4F19-BE6E-9B1667854B47}" dt="2025-02-12T20:49:12.410" v="14" actId="478"/>
          <ac:picMkLst>
            <pc:docMk/>
            <pc:sldMk cId="2405204206" sldId="280"/>
            <ac:picMk id="6" creationId="{213EFB0B-27B8-20C4-A4AB-C1F9229B4455}"/>
          </ac:picMkLst>
        </pc:picChg>
        <pc:picChg chg="add mod">
          <ac:chgData name="Haaron Gonzalez" userId="90713304-a761-4c03-8810-0902ecde353c" providerId="ADAL" clId="{A6528B53-EC9E-4F19-BE6E-9B1667854B47}" dt="2025-02-12T20:49:15.247" v="16" actId="1076"/>
          <ac:picMkLst>
            <pc:docMk/>
            <pc:sldMk cId="2405204206" sldId="280"/>
            <ac:picMk id="7" creationId="{7D9B3CA2-049E-0E45-03D5-873F3B05822A}"/>
          </ac:picMkLst>
        </pc:picChg>
      </pc:sldChg>
      <pc:sldChg chg="addSp modSp new mod">
        <pc:chgData name="Haaron Gonzalez" userId="90713304-a761-4c03-8810-0902ecde353c" providerId="ADAL" clId="{A6528B53-EC9E-4F19-BE6E-9B1667854B47}" dt="2025-02-12T21:22:10.449" v="20" actId="1076"/>
        <pc:sldMkLst>
          <pc:docMk/>
          <pc:sldMk cId="2481878528" sldId="281"/>
        </pc:sldMkLst>
        <pc:picChg chg="add mod">
          <ac:chgData name="Haaron Gonzalez" userId="90713304-a761-4c03-8810-0902ecde353c" providerId="ADAL" clId="{A6528B53-EC9E-4F19-BE6E-9B1667854B47}" dt="2025-02-12T21:22:10.449" v="20" actId="1076"/>
          <ac:picMkLst>
            <pc:docMk/>
            <pc:sldMk cId="2481878528" sldId="281"/>
            <ac:picMk id="6" creationId="{BD185858-E27B-78B1-8A1C-379CC399584F}"/>
          </ac:picMkLst>
        </pc:picChg>
      </pc:sldChg>
      <pc:sldChg chg="add del">
        <pc:chgData name="Haaron Gonzalez" userId="90713304-a761-4c03-8810-0902ecde353c" providerId="ADAL" clId="{A6528B53-EC9E-4F19-BE6E-9B1667854B47}" dt="2025-02-12T21:18:13.553" v="17" actId="47"/>
        <pc:sldMkLst>
          <pc:docMk/>
          <pc:sldMk cId="3421794231" sldId="28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1EC85C-3D61-4E84-9D98-8FBAD06917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D728A17-3DD8-4610-9DDF-8A620663CC11}">
      <dgm:prSet/>
      <dgm:spPr/>
      <dgm:t>
        <a:bodyPr/>
        <a:lstStyle/>
        <a:p>
          <a:r>
            <a:rPr lang="en-US"/>
            <a:t>Challenge: Current tools and file shares are outdated and limit productivity.</a:t>
          </a:r>
        </a:p>
      </dgm:t>
    </dgm:pt>
    <dgm:pt modelId="{BAE9F5B2-D9EE-48E9-B7AC-ADDFF9FA60E4}" type="parTrans" cxnId="{CC4CCC5D-2CF0-48D0-A442-A61E9BC1F7C0}">
      <dgm:prSet/>
      <dgm:spPr/>
      <dgm:t>
        <a:bodyPr/>
        <a:lstStyle/>
        <a:p>
          <a:endParaRPr lang="en-US"/>
        </a:p>
      </dgm:t>
    </dgm:pt>
    <dgm:pt modelId="{91C243A6-A405-4A8F-B44B-410CDEA7BC59}" type="sibTrans" cxnId="{CC4CCC5D-2CF0-48D0-A442-A61E9BC1F7C0}">
      <dgm:prSet/>
      <dgm:spPr/>
      <dgm:t>
        <a:bodyPr/>
        <a:lstStyle/>
        <a:p>
          <a:endParaRPr lang="en-US"/>
        </a:p>
      </dgm:t>
    </dgm:pt>
    <dgm:pt modelId="{74D23805-82EB-4BA7-B893-02EE28539E6C}">
      <dgm:prSet/>
      <dgm:spPr/>
      <dgm:t>
        <a:bodyPr/>
        <a:lstStyle/>
        <a:p>
          <a:r>
            <a:rPr lang="en-US"/>
            <a:t>Opportunity: By leveraging SharePoint Online and Microsoft Teams, we can:</a:t>
          </a:r>
        </a:p>
      </dgm:t>
    </dgm:pt>
    <dgm:pt modelId="{D1ADB6C1-87DB-4FB8-8844-C89E5CDE0B7C}" type="parTrans" cxnId="{0F7F2512-E528-4CA3-80B7-B2A5ADCD3066}">
      <dgm:prSet/>
      <dgm:spPr/>
      <dgm:t>
        <a:bodyPr/>
        <a:lstStyle/>
        <a:p>
          <a:endParaRPr lang="en-US"/>
        </a:p>
      </dgm:t>
    </dgm:pt>
    <dgm:pt modelId="{8D2F0EC3-F076-4AF7-825D-1D1255848810}" type="sibTrans" cxnId="{0F7F2512-E528-4CA3-80B7-B2A5ADCD3066}">
      <dgm:prSet/>
      <dgm:spPr/>
      <dgm:t>
        <a:bodyPr/>
        <a:lstStyle/>
        <a:p>
          <a:endParaRPr lang="en-US"/>
        </a:p>
      </dgm:t>
    </dgm:pt>
    <dgm:pt modelId="{FB7B99AA-996A-48DD-B53D-C6DC7FBD2D86}">
      <dgm:prSet/>
      <dgm:spPr/>
      <dgm:t>
        <a:bodyPr/>
        <a:lstStyle/>
        <a:p>
          <a:r>
            <a:rPr lang="en-US"/>
            <a:t>Modernize workflows.</a:t>
          </a:r>
        </a:p>
      </dgm:t>
    </dgm:pt>
    <dgm:pt modelId="{2B781DE7-A3DB-4D99-8386-BC7E1E95FD77}" type="parTrans" cxnId="{B4A89124-A286-4522-86BF-6800EC96A70E}">
      <dgm:prSet/>
      <dgm:spPr/>
      <dgm:t>
        <a:bodyPr/>
        <a:lstStyle/>
        <a:p>
          <a:endParaRPr lang="en-US"/>
        </a:p>
      </dgm:t>
    </dgm:pt>
    <dgm:pt modelId="{5B054EC1-450A-42C1-8C6F-526C267CD414}" type="sibTrans" cxnId="{B4A89124-A286-4522-86BF-6800EC96A70E}">
      <dgm:prSet/>
      <dgm:spPr/>
      <dgm:t>
        <a:bodyPr/>
        <a:lstStyle/>
        <a:p>
          <a:endParaRPr lang="en-US"/>
        </a:p>
      </dgm:t>
    </dgm:pt>
    <dgm:pt modelId="{39F82777-9C19-4E11-9068-FE5CEAC1F9A5}">
      <dgm:prSet/>
      <dgm:spPr/>
      <dgm:t>
        <a:bodyPr/>
        <a:lstStyle/>
        <a:p>
          <a:r>
            <a:rPr lang="en-US"/>
            <a:t>Enhance collaboration.</a:t>
          </a:r>
        </a:p>
      </dgm:t>
    </dgm:pt>
    <dgm:pt modelId="{CE19475F-D32C-412B-ABEC-90E36DD2489F}" type="parTrans" cxnId="{4C0C2832-BA85-4196-A585-918D47EE299F}">
      <dgm:prSet/>
      <dgm:spPr/>
      <dgm:t>
        <a:bodyPr/>
        <a:lstStyle/>
        <a:p>
          <a:endParaRPr lang="en-US"/>
        </a:p>
      </dgm:t>
    </dgm:pt>
    <dgm:pt modelId="{5F276282-F829-46E1-AA70-740DA865D87A}" type="sibTrans" cxnId="{4C0C2832-BA85-4196-A585-918D47EE299F}">
      <dgm:prSet/>
      <dgm:spPr/>
      <dgm:t>
        <a:bodyPr/>
        <a:lstStyle/>
        <a:p>
          <a:endParaRPr lang="en-US"/>
        </a:p>
      </dgm:t>
    </dgm:pt>
    <dgm:pt modelId="{C5DEE718-50EB-4254-B6B6-E76CF6C6E819}">
      <dgm:prSet/>
      <dgm:spPr/>
      <dgm:t>
        <a:bodyPr/>
        <a:lstStyle/>
        <a:p>
          <a:r>
            <a:rPr lang="en-US"/>
            <a:t>Boost productivity.</a:t>
          </a:r>
        </a:p>
      </dgm:t>
    </dgm:pt>
    <dgm:pt modelId="{F8A655EC-1B7D-4419-A2CD-8B1972CADED1}" type="parTrans" cxnId="{688C568D-779F-4D40-BFF9-6A2CA1FC2587}">
      <dgm:prSet/>
      <dgm:spPr/>
      <dgm:t>
        <a:bodyPr/>
        <a:lstStyle/>
        <a:p>
          <a:endParaRPr lang="en-US"/>
        </a:p>
      </dgm:t>
    </dgm:pt>
    <dgm:pt modelId="{F01D2092-956A-40A5-B20D-683F613AE032}" type="sibTrans" cxnId="{688C568D-779F-4D40-BFF9-6A2CA1FC2587}">
      <dgm:prSet/>
      <dgm:spPr/>
      <dgm:t>
        <a:bodyPr/>
        <a:lstStyle/>
        <a:p>
          <a:endParaRPr lang="en-US"/>
        </a:p>
      </dgm:t>
    </dgm:pt>
    <dgm:pt modelId="{70A3E4E8-6D5F-4E7C-A6E6-27C55FA5F16F}">
      <dgm:prSet/>
      <dgm:spPr/>
      <dgm:t>
        <a:bodyPr/>
        <a:lstStyle/>
        <a:p>
          <a:r>
            <a:rPr lang="en-US"/>
            <a:t>Vision: Introduce the Engineering Hub Intranet Portal to empower the team with modern tools and resources.</a:t>
          </a:r>
        </a:p>
      </dgm:t>
    </dgm:pt>
    <dgm:pt modelId="{88521D0B-BB18-46EA-A182-6688CD49DA84}" type="parTrans" cxnId="{D8A28755-00DC-4088-90FD-7556A2EDCBE3}">
      <dgm:prSet/>
      <dgm:spPr/>
      <dgm:t>
        <a:bodyPr/>
        <a:lstStyle/>
        <a:p>
          <a:endParaRPr lang="en-US"/>
        </a:p>
      </dgm:t>
    </dgm:pt>
    <dgm:pt modelId="{DE8A4893-73B6-40D0-A2C3-F6B0BF8D7B4F}" type="sibTrans" cxnId="{D8A28755-00DC-4088-90FD-7556A2EDCBE3}">
      <dgm:prSet/>
      <dgm:spPr/>
      <dgm:t>
        <a:bodyPr/>
        <a:lstStyle/>
        <a:p>
          <a:endParaRPr lang="en-US"/>
        </a:p>
      </dgm:t>
    </dgm:pt>
    <dgm:pt modelId="{1966A217-CD4A-4CD8-ADDE-7E4A16E7BA95}" type="pres">
      <dgm:prSet presAssocID="{0A1EC85C-3D61-4E84-9D98-8FBAD06917D7}" presName="root" presStyleCnt="0">
        <dgm:presLayoutVars>
          <dgm:dir/>
          <dgm:resizeHandles val="exact"/>
        </dgm:presLayoutVars>
      </dgm:prSet>
      <dgm:spPr/>
    </dgm:pt>
    <dgm:pt modelId="{29398872-BBD3-4091-A1D6-A74BACABF54D}" type="pres">
      <dgm:prSet presAssocID="{5D728A17-3DD8-4610-9DDF-8A620663CC11}" presName="compNode" presStyleCnt="0"/>
      <dgm:spPr/>
    </dgm:pt>
    <dgm:pt modelId="{8052D860-95C0-42AC-BC24-0BA36BD7B1C8}" type="pres">
      <dgm:prSet presAssocID="{5D728A17-3DD8-4610-9DDF-8A620663CC11}" presName="bgRect" presStyleLbl="bgShp" presStyleIdx="0" presStyleCnt="3"/>
      <dgm:spPr/>
    </dgm:pt>
    <dgm:pt modelId="{B821064B-C375-4B93-9387-0BC3E7B88992}" type="pres">
      <dgm:prSet presAssocID="{5D728A17-3DD8-4610-9DDF-8A620663CC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FE0B3E8-68DD-40B7-A8B9-FE2118C71DA0}" type="pres">
      <dgm:prSet presAssocID="{5D728A17-3DD8-4610-9DDF-8A620663CC11}" presName="spaceRect" presStyleCnt="0"/>
      <dgm:spPr/>
    </dgm:pt>
    <dgm:pt modelId="{7BD9E28E-1C55-41CD-8D24-9EF10754A44D}" type="pres">
      <dgm:prSet presAssocID="{5D728A17-3DD8-4610-9DDF-8A620663CC11}" presName="parTx" presStyleLbl="revTx" presStyleIdx="0" presStyleCnt="4">
        <dgm:presLayoutVars>
          <dgm:chMax val="0"/>
          <dgm:chPref val="0"/>
        </dgm:presLayoutVars>
      </dgm:prSet>
      <dgm:spPr/>
    </dgm:pt>
    <dgm:pt modelId="{5BD141DC-F5A5-45E2-9CD8-1113CCBECCAD}" type="pres">
      <dgm:prSet presAssocID="{91C243A6-A405-4A8F-B44B-410CDEA7BC59}" presName="sibTrans" presStyleCnt="0"/>
      <dgm:spPr/>
    </dgm:pt>
    <dgm:pt modelId="{C50C672A-F9DE-494B-8308-944CB3E9ABED}" type="pres">
      <dgm:prSet presAssocID="{74D23805-82EB-4BA7-B893-02EE28539E6C}" presName="compNode" presStyleCnt="0"/>
      <dgm:spPr/>
    </dgm:pt>
    <dgm:pt modelId="{35F7E4C6-907E-4B37-A97D-BC98BF43D08B}" type="pres">
      <dgm:prSet presAssocID="{74D23805-82EB-4BA7-B893-02EE28539E6C}" presName="bgRect" presStyleLbl="bgShp" presStyleIdx="1" presStyleCnt="3"/>
      <dgm:spPr/>
    </dgm:pt>
    <dgm:pt modelId="{17EAC681-18F6-491C-B8A2-F20B5C3DD5BA}" type="pres">
      <dgm:prSet presAssocID="{74D23805-82EB-4BA7-B893-02EE28539E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24AC014-8455-44AC-A74B-A4BA281F62D5}" type="pres">
      <dgm:prSet presAssocID="{74D23805-82EB-4BA7-B893-02EE28539E6C}" presName="spaceRect" presStyleCnt="0"/>
      <dgm:spPr/>
    </dgm:pt>
    <dgm:pt modelId="{1179229D-11EA-4DB8-92C8-75DCE102DED0}" type="pres">
      <dgm:prSet presAssocID="{74D23805-82EB-4BA7-B893-02EE28539E6C}" presName="parTx" presStyleLbl="revTx" presStyleIdx="1" presStyleCnt="4">
        <dgm:presLayoutVars>
          <dgm:chMax val="0"/>
          <dgm:chPref val="0"/>
        </dgm:presLayoutVars>
      </dgm:prSet>
      <dgm:spPr/>
    </dgm:pt>
    <dgm:pt modelId="{7C720CEA-4A7F-4A5E-A9BB-463ED235F23F}" type="pres">
      <dgm:prSet presAssocID="{74D23805-82EB-4BA7-B893-02EE28539E6C}" presName="desTx" presStyleLbl="revTx" presStyleIdx="2" presStyleCnt="4">
        <dgm:presLayoutVars/>
      </dgm:prSet>
      <dgm:spPr/>
    </dgm:pt>
    <dgm:pt modelId="{5E3C2E5E-C0E8-441B-A3B6-037A7629FB14}" type="pres">
      <dgm:prSet presAssocID="{8D2F0EC3-F076-4AF7-825D-1D1255848810}" presName="sibTrans" presStyleCnt="0"/>
      <dgm:spPr/>
    </dgm:pt>
    <dgm:pt modelId="{DE36364B-0D3E-43B5-9F87-B479B02F934C}" type="pres">
      <dgm:prSet presAssocID="{70A3E4E8-6D5F-4E7C-A6E6-27C55FA5F16F}" presName="compNode" presStyleCnt="0"/>
      <dgm:spPr/>
    </dgm:pt>
    <dgm:pt modelId="{09098746-C8A0-42F7-99C4-7AD929DCB251}" type="pres">
      <dgm:prSet presAssocID="{70A3E4E8-6D5F-4E7C-A6E6-27C55FA5F16F}" presName="bgRect" presStyleLbl="bgShp" presStyleIdx="2" presStyleCnt="3"/>
      <dgm:spPr/>
    </dgm:pt>
    <dgm:pt modelId="{7BB47833-0B1E-40E7-9105-05D172D992C2}" type="pres">
      <dgm:prSet presAssocID="{70A3E4E8-6D5F-4E7C-A6E6-27C55FA5F1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5A2A9C3-60D4-4593-AABB-5F022BB79B9D}" type="pres">
      <dgm:prSet presAssocID="{70A3E4E8-6D5F-4E7C-A6E6-27C55FA5F16F}" presName="spaceRect" presStyleCnt="0"/>
      <dgm:spPr/>
    </dgm:pt>
    <dgm:pt modelId="{2179F867-517C-4ABA-BAC3-5FA68FDADB5D}" type="pres">
      <dgm:prSet presAssocID="{70A3E4E8-6D5F-4E7C-A6E6-27C55FA5F16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F7F2512-E528-4CA3-80B7-B2A5ADCD3066}" srcId="{0A1EC85C-3D61-4E84-9D98-8FBAD06917D7}" destId="{74D23805-82EB-4BA7-B893-02EE28539E6C}" srcOrd="1" destOrd="0" parTransId="{D1ADB6C1-87DB-4FB8-8844-C89E5CDE0B7C}" sibTransId="{8D2F0EC3-F076-4AF7-825D-1D1255848810}"/>
    <dgm:cxn modelId="{B4A89124-A286-4522-86BF-6800EC96A70E}" srcId="{74D23805-82EB-4BA7-B893-02EE28539E6C}" destId="{FB7B99AA-996A-48DD-B53D-C6DC7FBD2D86}" srcOrd="0" destOrd="0" parTransId="{2B781DE7-A3DB-4D99-8386-BC7E1E95FD77}" sibTransId="{5B054EC1-450A-42C1-8C6F-526C267CD414}"/>
    <dgm:cxn modelId="{4C0C2832-BA85-4196-A585-918D47EE299F}" srcId="{74D23805-82EB-4BA7-B893-02EE28539E6C}" destId="{39F82777-9C19-4E11-9068-FE5CEAC1F9A5}" srcOrd="1" destOrd="0" parTransId="{CE19475F-D32C-412B-ABEC-90E36DD2489F}" sibTransId="{5F276282-F829-46E1-AA70-740DA865D87A}"/>
    <dgm:cxn modelId="{CC4CCC5D-2CF0-48D0-A442-A61E9BC1F7C0}" srcId="{0A1EC85C-3D61-4E84-9D98-8FBAD06917D7}" destId="{5D728A17-3DD8-4610-9DDF-8A620663CC11}" srcOrd="0" destOrd="0" parTransId="{BAE9F5B2-D9EE-48E9-B7AC-ADDFF9FA60E4}" sibTransId="{91C243A6-A405-4A8F-B44B-410CDEA7BC59}"/>
    <dgm:cxn modelId="{89DC3C51-D78F-4839-9171-1FEC42AAA1DB}" type="presOf" srcId="{FB7B99AA-996A-48DD-B53D-C6DC7FBD2D86}" destId="{7C720CEA-4A7F-4A5E-A9BB-463ED235F23F}" srcOrd="0" destOrd="0" presId="urn:microsoft.com/office/officeart/2018/2/layout/IconVerticalSolidList"/>
    <dgm:cxn modelId="{D8A28755-00DC-4088-90FD-7556A2EDCBE3}" srcId="{0A1EC85C-3D61-4E84-9D98-8FBAD06917D7}" destId="{70A3E4E8-6D5F-4E7C-A6E6-27C55FA5F16F}" srcOrd="2" destOrd="0" parTransId="{88521D0B-BB18-46EA-A182-6688CD49DA84}" sibTransId="{DE8A4893-73B6-40D0-A2C3-F6B0BF8D7B4F}"/>
    <dgm:cxn modelId="{9E0B035A-4DF8-4ED4-91C6-2017536E63E2}" type="presOf" srcId="{74D23805-82EB-4BA7-B893-02EE28539E6C}" destId="{1179229D-11EA-4DB8-92C8-75DCE102DED0}" srcOrd="0" destOrd="0" presId="urn:microsoft.com/office/officeart/2018/2/layout/IconVerticalSolidList"/>
    <dgm:cxn modelId="{688C568D-779F-4D40-BFF9-6A2CA1FC2587}" srcId="{74D23805-82EB-4BA7-B893-02EE28539E6C}" destId="{C5DEE718-50EB-4254-B6B6-E76CF6C6E819}" srcOrd="2" destOrd="0" parTransId="{F8A655EC-1B7D-4419-A2CD-8B1972CADED1}" sibTransId="{F01D2092-956A-40A5-B20D-683F613AE032}"/>
    <dgm:cxn modelId="{8F10A699-F895-45D1-BF3F-041CAC6CFB5C}" type="presOf" srcId="{C5DEE718-50EB-4254-B6B6-E76CF6C6E819}" destId="{7C720CEA-4A7F-4A5E-A9BB-463ED235F23F}" srcOrd="0" destOrd="2" presId="urn:microsoft.com/office/officeart/2018/2/layout/IconVerticalSolidList"/>
    <dgm:cxn modelId="{A4A275A4-0A5F-4519-B24F-FD0EFD0347FF}" type="presOf" srcId="{70A3E4E8-6D5F-4E7C-A6E6-27C55FA5F16F}" destId="{2179F867-517C-4ABA-BAC3-5FA68FDADB5D}" srcOrd="0" destOrd="0" presId="urn:microsoft.com/office/officeart/2018/2/layout/IconVerticalSolidList"/>
    <dgm:cxn modelId="{BBC648B5-D00B-45C5-BF59-500D4C6A82A3}" type="presOf" srcId="{0A1EC85C-3D61-4E84-9D98-8FBAD06917D7}" destId="{1966A217-CD4A-4CD8-ADDE-7E4A16E7BA95}" srcOrd="0" destOrd="0" presId="urn:microsoft.com/office/officeart/2018/2/layout/IconVerticalSolidList"/>
    <dgm:cxn modelId="{7BC5C8D5-CF9D-488F-B081-8855316DD417}" type="presOf" srcId="{39F82777-9C19-4E11-9068-FE5CEAC1F9A5}" destId="{7C720CEA-4A7F-4A5E-A9BB-463ED235F23F}" srcOrd="0" destOrd="1" presId="urn:microsoft.com/office/officeart/2018/2/layout/IconVerticalSolidList"/>
    <dgm:cxn modelId="{561A53F5-9638-4CE9-817A-406DDBCE0929}" type="presOf" srcId="{5D728A17-3DD8-4610-9DDF-8A620663CC11}" destId="{7BD9E28E-1C55-41CD-8D24-9EF10754A44D}" srcOrd="0" destOrd="0" presId="urn:microsoft.com/office/officeart/2018/2/layout/IconVerticalSolidList"/>
    <dgm:cxn modelId="{AE9D6E2A-DFDF-4506-A2DB-F569C176FB3C}" type="presParOf" srcId="{1966A217-CD4A-4CD8-ADDE-7E4A16E7BA95}" destId="{29398872-BBD3-4091-A1D6-A74BACABF54D}" srcOrd="0" destOrd="0" presId="urn:microsoft.com/office/officeart/2018/2/layout/IconVerticalSolidList"/>
    <dgm:cxn modelId="{5C1F78FF-DE58-4A46-BFC7-8D913A04A640}" type="presParOf" srcId="{29398872-BBD3-4091-A1D6-A74BACABF54D}" destId="{8052D860-95C0-42AC-BC24-0BA36BD7B1C8}" srcOrd="0" destOrd="0" presId="urn:microsoft.com/office/officeart/2018/2/layout/IconVerticalSolidList"/>
    <dgm:cxn modelId="{08208EEE-3719-43C6-B833-93FEBEBA23C5}" type="presParOf" srcId="{29398872-BBD3-4091-A1D6-A74BACABF54D}" destId="{B821064B-C375-4B93-9387-0BC3E7B88992}" srcOrd="1" destOrd="0" presId="urn:microsoft.com/office/officeart/2018/2/layout/IconVerticalSolidList"/>
    <dgm:cxn modelId="{35B6B49C-4230-41E7-8DD4-8CF3B56A7605}" type="presParOf" srcId="{29398872-BBD3-4091-A1D6-A74BACABF54D}" destId="{4FE0B3E8-68DD-40B7-A8B9-FE2118C71DA0}" srcOrd="2" destOrd="0" presId="urn:microsoft.com/office/officeart/2018/2/layout/IconVerticalSolidList"/>
    <dgm:cxn modelId="{06D0ACAF-3069-4C71-8252-3287948BC3BE}" type="presParOf" srcId="{29398872-BBD3-4091-A1D6-A74BACABF54D}" destId="{7BD9E28E-1C55-41CD-8D24-9EF10754A44D}" srcOrd="3" destOrd="0" presId="urn:microsoft.com/office/officeart/2018/2/layout/IconVerticalSolidList"/>
    <dgm:cxn modelId="{E7981089-0273-40D4-84E5-887AD2DBCC02}" type="presParOf" srcId="{1966A217-CD4A-4CD8-ADDE-7E4A16E7BA95}" destId="{5BD141DC-F5A5-45E2-9CD8-1113CCBECCAD}" srcOrd="1" destOrd="0" presId="urn:microsoft.com/office/officeart/2018/2/layout/IconVerticalSolidList"/>
    <dgm:cxn modelId="{A54FFD3F-80ED-4D07-89A2-0AD1DB3060DA}" type="presParOf" srcId="{1966A217-CD4A-4CD8-ADDE-7E4A16E7BA95}" destId="{C50C672A-F9DE-494B-8308-944CB3E9ABED}" srcOrd="2" destOrd="0" presId="urn:microsoft.com/office/officeart/2018/2/layout/IconVerticalSolidList"/>
    <dgm:cxn modelId="{BB9BC183-EDB1-448A-9743-A03758878497}" type="presParOf" srcId="{C50C672A-F9DE-494B-8308-944CB3E9ABED}" destId="{35F7E4C6-907E-4B37-A97D-BC98BF43D08B}" srcOrd="0" destOrd="0" presId="urn:microsoft.com/office/officeart/2018/2/layout/IconVerticalSolidList"/>
    <dgm:cxn modelId="{EE9478A1-D36B-4CF0-9142-410513DE799B}" type="presParOf" srcId="{C50C672A-F9DE-494B-8308-944CB3E9ABED}" destId="{17EAC681-18F6-491C-B8A2-F20B5C3DD5BA}" srcOrd="1" destOrd="0" presId="urn:microsoft.com/office/officeart/2018/2/layout/IconVerticalSolidList"/>
    <dgm:cxn modelId="{BF6EA669-0FFF-4D6F-90CD-FB72014C7990}" type="presParOf" srcId="{C50C672A-F9DE-494B-8308-944CB3E9ABED}" destId="{E24AC014-8455-44AC-A74B-A4BA281F62D5}" srcOrd="2" destOrd="0" presId="urn:microsoft.com/office/officeart/2018/2/layout/IconVerticalSolidList"/>
    <dgm:cxn modelId="{269D5DA2-1714-4AAF-B41E-1141CE61F425}" type="presParOf" srcId="{C50C672A-F9DE-494B-8308-944CB3E9ABED}" destId="{1179229D-11EA-4DB8-92C8-75DCE102DED0}" srcOrd="3" destOrd="0" presId="urn:microsoft.com/office/officeart/2018/2/layout/IconVerticalSolidList"/>
    <dgm:cxn modelId="{A08D2FEE-DCA8-4232-B9B3-85F4FA717CD5}" type="presParOf" srcId="{C50C672A-F9DE-494B-8308-944CB3E9ABED}" destId="{7C720CEA-4A7F-4A5E-A9BB-463ED235F23F}" srcOrd="4" destOrd="0" presId="urn:microsoft.com/office/officeart/2018/2/layout/IconVerticalSolidList"/>
    <dgm:cxn modelId="{513BD876-3F91-4362-8661-7A80A071BB7D}" type="presParOf" srcId="{1966A217-CD4A-4CD8-ADDE-7E4A16E7BA95}" destId="{5E3C2E5E-C0E8-441B-A3B6-037A7629FB14}" srcOrd="3" destOrd="0" presId="urn:microsoft.com/office/officeart/2018/2/layout/IconVerticalSolidList"/>
    <dgm:cxn modelId="{6D5E7F5F-C44A-41F3-813B-6FBF1BC24736}" type="presParOf" srcId="{1966A217-CD4A-4CD8-ADDE-7E4A16E7BA95}" destId="{DE36364B-0D3E-43B5-9F87-B479B02F934C}" srcOrd="4" destOrd="0" presId="urn:microsoft.com/office/officeart/2018/2/layout/IconVerticalSolidList"/>
    <dgm:cxn modelId="{D4ADA3F6-EBCD-40C5-B3C1-F83D4BE0D806}" type="presParOf" srcId="{DE36364B-0D3E-43B5-9F87-B479B02F934C}" destId="{09098746-C8A0-42F7-99C4-7AD929DCB251}" srcOrd="0" destOrd="0" presId="urn:microsoft.com/office/officeart/2018/2/layout/IconVerticalSolidList"/>
    <dgm:cxn modelId="{0DBD35C3-47BB-4D6D-B419-937BDD10942F}" type="presParOf" srcId="{DE36364B-0D3E-43B5-9F87-B479B02F934C}" destId="{7BB47833-0B1E-40E7-9105-05D172D992C2}" srcOrd="1" destOrd="0" presId="urn:microsoft.com/office/officeart/2018/2/layout/IconVerticalSolidList"/>
    <dgm:cxn modelId="{2F7A620D-E09F-4A73-824B-2A3FD7745A63}" type="presParOf" srcId="{DE36364B-0D3E-43B5-9F87-B479B02F934C}" destId="{05A2A9C3-60D4-4593-AABB-5F022BB79B9D}" srcOrd="2" destOrd="0" presId="urn:microsoft.com/office/officeart/2018/2/layout/IconVerticalSolidList"/>
    <dgm:cxn modelId="{7AF5C320-D2BB-402E-AE40-32B570226C9C}" type="presParOf" srcId="{DE36364B-0D3E-43B5-9F87-B479B02F934C}" destId="{2179F867-517C-4ABA-BAC3-5FA68FDADB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BBAC88-5946-4C11-B799-4081C18CD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2EB564-C678-44D6-807A-E9C7E93CEE11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Objective: Provide a centralized platform to:</a:t>
          </a:r>
        </a:p>
      </dgm:t>
    </dgm:pt>
    <dgm:pt modelId="{95DE6783-0D33-4873-9505-F9F5C4CE1C93}" type="parTrans" cxnId="{B42B0BF6-5479-4C6F-A0D5-06892B07A96B}">
      <dgm:prSet/>
      <dgm:spPr/>
      <dgm:t>
        <a:bodyPr/>
        <a:lstStyle/>
        <a:p>
          <a:endParaRPr lang="en-US"/>
        </a:p>
      </dgm:t>
    </dgm:pt>
    <dgm:pt modelId="{7221935D-D999-4550-A44A-0EF6EEFF99EE}" type="sibTrans" cxnId="{B42B0BF6-5479-4C6F-A0D5-06892B07A96B}">
      <dgm:prSet/>
      <dgm:spPr/>
      <dgm:t>
        <a:bodyPr/>
        <a:lstStyle/>
        <a:p>
          <a:endParaRPr lang="en-US"/>
        </a:p>
      </dgm:t>
    </dgm:pt>
    <dgm:pt modelId="{01E044EF-A995-4AB2-831D-60C9777367CA}">
      <dgm:prSet/>
      <dgm:spPr/>
      <dgm:t>
        <a:bodyPr/>
        <a:lstStyle/>
        <a:p>
          <a:r>
            <a:rPr lang="en-US"/>
            <a:t>Improve access to project-related content.</a:t>
          </a:r>
        </a:p>
      </dgm:t>
    </dgm:pt>
    <dgm:pt modelId="{DCA163A4-FA0C-45DB-866E-9F1E42A62F82}" type="parTrans" cxnId="{C11C8E19-B82B-4BF2-8B5D-2FEAC097DF20}">
      <dgm:prSet/>
      <dgm:spPr/>
      <dgm:t>
        <a:bodyPr/>
        <a:lstStyle/>
        <a:p>
          <a:endParaRPr lang="en-US"/>
        </a:p>
      </dgm:t>
    </dgm:pt>
    <dgm:pt modelId="{471243E9-CF3D-4E0B-A63F-4F571938F9A7}" type="sibTrans" cxnId="{C11C8E19-B82B-4BF2-8B5D-2FEAC097DF20}">
      <dgm:prSet/>
      <dgm:spPr/>
      <dgm:t>
        <a:bodyPr/>
        <a:lstStyle/>
        <a:p>
          <a:endParaRPr lang="en-US"/>
        </a:p>
      </dgm:t>
    </dgm:pt>
    <dgm:pt modelId="{D0678A69-C945-4B19-9B95-48E16021A7D2}">
      <dgm:prSet/>
      <dgm:spPr/>
      <dgm:t>
        <a:bodyPr/>
        <a:lstStyle/>
        <a:p>
          <a:r>
            <a:rPr lang="en-US"/>
            <a:t>Enhance management of standards and policies.</a:t>
          </a:r>
        </a:p>
      </dgm:t>
    </dgm:pt>
    <dgm:pt modelId="{D7F4768C-D773-4806-8317-AA09CAC0BB8A}" type="parTrans" cxnId="{0A0D21C1-9C28-4B90-A7A9-E85E06FEFD7F}">
      <dgm:prSet/>
      <dgm:spPr/>
      <dgm:t>
        <a:bodyPr/>
        <a:lstStyle/>
        <a:p>
          <a:endParaRPr lang="en-US"/>
        </a:p>
      </dgm:t>
    </dgm:pt>
    <dgm:pt modelId="{63A79D53-D8EF-404F-AF3D-3955C35A12B2}" type="sibTrans" cxnId="{0A0D21C1-9C28-4B90-A7A9-E85E06FEFD7F}">
      <dgm:prSet/>
      <dgm:spPr/>
      <dgm:t>
        <a:bodyPr/>
        <a:lstStyle/>
        <a:p>
          <a:endParaRPr lang="en-US"/>
        </a:p>
      </dgm:t>
    </dgm:pt>
    <dgm:pt modelId="{83653BD0-F6C4-482F-8A06-79D344F106B5}">
      <dgm:prSet/>
      <dgm:spPr/>
      <dgm:t>
        <a:bodyPr/>
        <a:lstStyle/>
        <a:p>
          <a:r>
            <a:rPr lang="en-US"/>
            <a:t>Leverage modern tools for better productivity and collaboration.</a:t>
          </a:r>
        </a:p>
      </dgm:t>
    </dgm:pt>
    <dgm:pt modelId="{F43063EA-E768-424E-9B0C-D75F6E3D44EF}" type="parTrans" cxnId="{DE84D860-18B8-4096-AECB-005EF2AFE72F}">
      <dgm:prSet/>
      <dgm:spPr/>
      <dgm:t>
        <a:bodyPr/>
        <a:lstStyle/>
        <a:p>
          <a:endParaRPr lang="en-US"/>
        </a:p>
      </dgm:t>
    </dgm:pt>
    <dgm:pt modelId="{5F169388-B012-4863-B09C-F73007FD1414}" type="sibTrans" cxnId="{DE84D860-18B8-4096-AECB-005EF2AFE72F}">
      <dgm:prSet/>
      <dgm:spPr/>
      <dgm:t>
        <a:bodyPr/>
        <a:lstStyle/>
        <a:p>
          <a:endParaRPr lang="en-US"/>
        </a:p>
      </dgm:t>
    </dgm:pt>
    <dgm:pt modelId="{282F2A4D-85D4-42BF-A070-30388484FD1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Key Benefits:</a:t>
          </a:r>
        </a:p>
      </dgm:t>
    </dgm:pt>
    <dgm:pt modelId="{D7E36FFA-0F90-41CD-BE3C-34722581F35A}" type="parTrans" cxnId="{75DF2BAF-15B4-453E-A608-71B548BB0016}">
      <dgm:prSet/>
      <dgm:spPr/>
      <dgm:t>
        <a:bodyPr/>
        <a:lstStyle/>
        <a:p>
          <a:endParaRPr lang="en-US"/>
        </a:p>
      </dgm:t>
    </dgm:pt>
    <dgm:pt modelId="{5A719E34-7D3D-4D24-A77D-D23D6CC5E8E3}" type="sibTrans" cxnId="{75DF2BAF-15B4-453E-A608-71B548BB0016}">
      <dgm:prSet/>
      <dgm:spPr/>
      <dgm:t>
        <a:bodyPr/>
        <a:lstStyle/>
        <a:p>
          <a:endParaRPr lang="en-US"/>
        </a:p>
      </dgm:t>
    </dgm:pt>
    <dgm:pt modelId="{1AF8F224-3493-438A-B8A9-6E8EEAC37B70}">
      <dgm:prSet/>
      <dgm:spPr/>
      <dgm:t>
        <a:bodyPr/>
        <a:lstStyle/>
        <a:p>
          <a:r>
            <a:rPr lang="en-US"/>
            <a:t>Simplified document management with metadata.</a:t>
          </a:r>
        </a:p>
      </dgm:t>
    </dgm:pt>
    <dgm:pt modelId="{DDABDF38-864E-4791-82AA-77397D78AC51}" type="parTrans" cxnId="{8140C70A-A6CE-4E44-B008-9465BA2E8CDE}">
      <dgm:prSet/>
      <dgm:spPr/>
      <dgm:t>
        <a:bodyPr/>
        <a:lstStyle/>
        <a:p>
          <a:endParaRPr lang="en-US"/>
        </a:p>
      </dgm:t>
    </dgm:pt>
    <dgm:pt modelId="{EA11A36C-DA4E-4C7D-944A-14839A53678E}" type="sibTrans" cxnId="{8140C70A-A6CE-4E44-B008-9465BA2E8CDE}">
      <dgm:prSet/>
      <dgm:spPr/>
      <dgm:t>
        <a:bodyPr/>
        <a:lstStyle/>
        <a:p>
          <a:endParaRPr lang="en-US"/>
        </a:p>
      </dgm:t>
    </dgm:pt>
    <dgm:pt modelId="{A6E1AE1D-C879-4F6D-B75C-7B00CD39CE10}">
      <dgm:prSet/>
      <dgm:spPr/>
      <dgm:t>
        <a:bodyPr/>
        <a:lstStyle/>
        <a:p>
          <a:r>
            <a:rPr lang="en-US"/>
            <a:t>Better organization of project and standards documentation.</a:t>
          </a:r>
        </a:p>
      </dgm:t>
    </dgm:pt>
    <dgm:pt modelId="{23DA4D15-C8A8-42A4-A1DD-ED37A347FE16}" type="parTrans" cxnId="{D883D311-31D8-4F6F-BCE4-429B03A8D3E9}">
      <dgm:prSet/>
      <dgm:spPr/>
      <dgm:t>
        <a:bodyPr/>
        <a:lstStyle/>
        <a:p>
          <a:endParaRPr lang="en-US"/>
        </a:p>
      </dgm:t>
    </dgm:pt>
    <dgm:pt modelId="{B6BBE305-4AE2-4CEC-AA73-208AF8E0D896}" type="sibTrans" cxnId="{D883D311-31D8-4F6F-BCE4-429B03A8D3E9}">
      <dgm:prSet/>
      <dgm:spPr/>
      <dgm:t>
        <a:bodyPr/>
        <a:lstStyle/>
        <a:p>
          <a:endParaRPr lang="en-US"/>
        </a:p>
      </dgm:t>
    </dgm:pt>
    <dgm:pt modelId="{F2B48E5A-9780-4A17-A55F-F266CF6BF7FA}">
      <dgm:prSet/>
      <dgm:spPr/>
      <dgm:t>
        <a:bodyPr/>
        <a:lstStyle/>
        <a:p>
          <a:r>
            <a:rPr lang="en-US"/>
            <a:t>Streamlined collaboration and communication across teams.</a:t>
          </a:r>
        </a:p>
      </dgm:t>
    </dgm:pt>
    <dgm:pt modelId="{9FA6402A-D9EB-4A9D-BA30-3FF8EA2E2BBC}" type="parTrans" cxnId="{34503192-EEE9-40B3-B0E8-6F3B7F5383FB}">
      <dgm:prSet/>
      <dgm:spPr/>
      <dgm:t>
        <a:bodyPr/>
        <a:lstStyle/>
        <a:p>
          <a:endParaRPr lang="en-US"/>
        </a:p>
      </dgm:t>
    </dgm:pt>
    <dgm:pt modelId="{ECC58A18-BA82-403C-8302-409CF97598E9}" type="sibTrans" cxnId="{34503192-EEE9-40B3-B0E8-6F3B7F5383FB}">
      <dgm:prSet/>
      <dgm:spPr/>
      <dgm:t>
        <a:bodyPr/>
        <a:lstStyle/>
        <a:p>
          <a:endParaRPr lang="en-US"/>
        </a:p>
      </dgm:t>
    </dgm:pt>
    <dgm:pt modelId="{7E0EB31C-BC79-4834-8027-7EDCEFFDB7E0}" type="pres">
      <dgm:prSet presAssocID="{4ABBAC88-5946-4C11-B799-4081C18CD1E6}" presName="linear" presStyleCnt="0">
        <dgm:presLayoutVars>
          <dgm:animLvl val="lvl"/>
          <dgm:resizeHandles val="exact"/>
        </dgm:presLayoutVars>
      </dgm:prSet>
      <dgm:spPr/>
    </dgm:pt>
    <dgm:pt modelId="{F8DBA8BE-3DD0-44FE-AF76-76E9B5D8E8CB}" type="pres">
      <dgm:prSet presAssocID="{4C2EB564-C678-44D6-807A-E9C7E93CE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B5DCCC-3509-4F9A-9E10-B735B637E9EA}" type="pres">
      <dgm:prSet presAssocID="{4C2EB564-C678-44D6-807A-E9C7E93CEE11}" presName="childText" presStyleLbl="revTx" presStyleIdx="0" presStyleCnt="2">
        <dgm:presLayoutVars>
          <dgm:bulletEnabled val="1"/>
        </dgm:presLayoutVars>
      </dgm:prSet>
      <dgm:spPr/>
    </dgm:pt>
    <dgm:pt modelId="{56222265-CFFC-4774-8763-826A756BD908}" type="pres">
      <dgm:prSet presAssocID="{282F2A4D-85D4-42BF-A070-30388484FD1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CC8F702-5AA5-4D17-B4D4-0BD7192DD7DF}" type="pres">
      <dgm:prSet presAssocID="{282F2A4D-85D4-42BF-A070-30388484FD1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3783907-4E21-46D6-AED3-FA18653D1C8F}" type="presOf" srcId="{83653BD0-F6C4-482F-8A06-79D344F106B5}" destId="{63B5DCCC-3509-4F9A-9E10-B735B637E9EA}" srcOrd="0" destOrd="2" presId="urn:microsoft.com/office/officeart/2005/8/layout/vList2"/>
    <dgm:cxn modelId="{8140C70A-A6CE-4E44-B008-9465BA2E8CDE}" srcId="{282F2A4D-85D4-42BF-A070-30388484FD17}" destId="{1AF8F224-3493-438A-B8A9-6E8EEAC37B70}" srcOrd="0" destOrd="0" parTransId="{DDABDF38-864E-4791-82AA-77397D78AC51}" sibTransId="{EA11A36C-DA4E-4C7D-944A-14839A53678E}"/>
    <dgm:cxn modelId="{D883D311-31D8-4F6F-BCE4-429B03A8D3E9}" srcId="{282F2A4D-85D4-42BF-A070-30388484FD17}" destId="{A6E1AE1D-C879-4F6D-B75C-7B00CD39CE10}" srcOrd="1" destOrd="0" parTransId="{23DA4D15-C8A8-42A4-A1DD-ED37A347FE16}" sibTransId="{B6BBE305-4AE2-4CEC-AA73-208AF8E0D896}"/>
    <dgm:cxn modelId="{C11C8E19-B82B-4BF2-8B5D-2FEAC097DF20}" srcId="{4C2EB564-C678-44D6-807A-E9C7E93CEE11}" destId="{01E044EF-A995-4AB2-831D-60C9777367CA}" srcOrd="0" destOrd="0" parTransId="{DCA163A4-FA0C-45DB-866E-9F1E42A62F82}" sibTransId="{471243E9-CF3D-4E0B-A63F-4F571938F9A7}"/>
    <dgm:cxn modelId="{9800AD1A-4C1B-4561-B696-068DBCF17E67}" type="presOf" srcId="{01E044EF-A995-4AB2-831D-60C9777367CA}" destId="{63B5DCCC-3509-4F9A-9E10-B735B637E9EA}" srcOrd="0" destOrd="0" presId="urn:microsoft.com/office/officeart/2005/8/layout/vList2"/>
    <dgm:cxn modelId="{D8436A35-7FB9-48EA-B5EA-7382447BE818}" type="presOf" srcId="{F2B48E5A-9780-4A17-A55F-F266CF6BF7FA}" destId="{FCC8F702-5AA5-4D17-B4D4-0BD7192DD7DF}" srcOrd="0" destOrd="2" presId="urn:microsoft.com/office/officeart/2005/8/layout/vList2"/>
    <dgm:cxn modelId="{78F5343D-C103-4301-9FF7-AE72BBB73EB3}" type="presOf" srcId="{4C2EB564-C678-44D6-807A-E9C7E93CEE11}" destId="{F8DBA8BE-3DD0-44FE-AF76-76E9B5D8E8CB}" srcOrd="0" destOrd="0" presId="urn:microsoft.com/office/officeart/2005/8/layout/vList2"/>
    <dgm:cxn modelId="{DE84D860-18B8-4096-AECB-005EF2AFE72F}" srcId="{4C2EB564-C678-44D6-807A-E9C7E93CEE11}" destId="{83653BD0-F6C4-482F-8A06-79D344F106B5}" srcOrd="2" destOrd="0" parTransId="{F43063EA-E768-424E-9B0C-D75F6E3D44EF}" sibTransId="{5F169388-B012-4863-B09C-F73007FD1414}"/>
    <dgm:cxn modelId="{9C0DF84F-62D0-4578-AAA3-B0741FA8D5BB}" type="presOf" srcId="{282F2A4D-85D4-42BF-A070-30388484FD17}" destId="{56222265-CFFC-4774-8763-826A756BD908}" srcOrd="0" destOrd="0" presId="urn:microsoft.com/office/officeart/2005/8/layout/vList2"/>
    <dgm:cxn modelId="{34503192-EEE9-40B3-B0E8-6F3B7F5383FB}" srcId="{282F2A4D-85D4-42BF-A070-30388484FD17}" destId="{F2B48E5A-9780-4A17-A55F-F266CF6BF7FA}" srcOrd="2" destOrd="0" parTransId="{9FA6402A-D9EB-4A9D-BA30-3FF8EA2E2BBC}" sibTransId="{ECC58A18-BA82-403C-8302-409CF97598E9}"/>
    <dgm:cxn modelId="{9CD8FDA6-0C80-4D17-8A40-F01552E1AB39}" type="presOf" srcId="{A6E1AE1D-C879-4F6D-B75C-7B00CD39CE10}" destId="{FCC8F702-5AA5-4D17-B4D4-0BD7192DD7DF}" srcOrd="0" destOrd="1" presId="urn:microsoft.com/office/officeart/2005/8/layout/vList2"/>
    <dgm:cxn modelId="{75DF2BAF-15B4-453E-A608-71B548BB0016}" srcId="{4ABBAC88-5946-4C11-B799-4081C18CD1E6}" destId="{282F2A4D-85D4-42BF-A070-30388484FD17}" srcOrd="1" destOrd="0" parTransId="{D7E36FFA-0F90-41CD-BE3C-34722581F35A}" sibTransId="{5A719E34-7D3D-4D24-A77D-D23D6CC5E8E3}"/>
    <dgm:cxn modelId="{7C5F38AF-36B8-4F9D-93E7-A7DC793ED9C9}" type="presOf" srcId="{1AF8F224-3493-438A-B8A9-6E8EEAC37B70}" destId="{FCC8F702-5AA5-4D17-B4D4-0BD7192DD7DF}" srcOrd="0" destOrd="0" presId="urn:microsoft.com/office/officeart/2005/8/layout/vList2"/>
    <dgm:cxn modelId="{09A668BB-F865-4D2B-BFCA-54BDB689F32C}" type="presOf" srcId="{D0678A69-C945-4B19-9B95-48E16021A7D2}" destId="{63B5DCCC-3509-4F9A-9E10-B735B637E9EA}" srcOrd="0" destOrd="1" presId="urn:microsoft.com/office/officeart/2005/8/layout/vList2"/>
    <dgm:cxn modelId="{0A0D21C1-9C28-4B90-A7A9-E85E06FEFD7F}" srcId="{4C2EB564-C678-44D6-807A-E9C7E93CEE11}" destId="{D0678A69-C945-4B19-9B95-48E16021A7D2}" srcOrd="1" destOrd="0" parTransId="{D7F4768C-D773-4806-8317-AA09CAC0BB8A}" sibTransId="{63A79D53-D8EF-404F-AF3D-3955C35A12B2}"/>
    <dgm:cxn modelId="{1EB833CA-B3F7-4812-B316-05121A24DE50}" type="presOf" srcId="{4ABBAC88-5946-4C11-B799-4081C18CD1E6}" destId="{7E0EB31C-BC79-4834-8027-7EDCEFFDB7E0}" srcOrd="0" destOrd="0" presId="urn:microsoft.com/office/officeart/2005/8/layout/vList2"/>
    <dgm:cxn modelId="{B42B0BF6-5479-4C6F-A0D5-06892B07A96B}" srcId="{4ABBAC88-5946-4C11-B799-4081C18CD1E6}" destId="{4C2EB564-C678-44D6-807A-E9C7E93CEE11}" srcOrd="0" destOrd="0" parTransId="{95DE6783-0D33-4873-9505-F9F5C4CE1C93}" sibTransId="{7221935D-D999-4550-A44A-0EF6EEFF99EE}"/>
    <dgm:cxn modelId="{929FA495-4806-4580-BBC7-2A4245E3505C}" type="presParOf" srcId="{7E0EB31C-BC79-4834-8027-7EDCEFFDB7E0}" destId="{F8DBA8BE-3DD0-44FE-AF76-76E9B5D8E8CB}" srcOrd="0" destOrd="0" presId="urn:microsoft.com/office/officeart/2005/8/layout/vList2"/>
    <dgm:cxn modelId="{BC9CA769-E704-4AB0-BCA1-4386B558CE0E}" type="presParOf" srcId="{7E0EB31C-BC79-4834-8027-7EDCEFFDB7E0}" destId="{63B5DCCC-3509-4F9A-9E10-B735B637E9EA}" srcOrd="1" destOrd="0" presId="urn:microsoft.com/office/officeart/2005/8/layout/vList2"/>
    <dgm:cxn modelId="{2AC7796D-DE1C-4168-9FE1-974999E8B2C6}" type="presParOf" srcId="{7E0EB31C-BC79-4834-8027-7EDCEFFDB7E0}" destId="{56222265-CFFC-4774-8763-826A756BD908}" srcOrd="2" destOrd="0" presId="urn:microsoft.com/office/officeart/2005/8/layout/vList2"/>
    <dgm:cxn modelId="{A3D4EB62-2C72-4403-94F8-11F2075E9A80}" type="presParOf" srcId="{7E0EB31C-BC79-4834-8027-7EDCEFFDB7E0}" destId="{FCC8F702-5AA5-4D17-B4D4-0BD7192DD7D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CAF3EE-26B7-4C18-B798-C0000B0F5C9D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4816460-FD30-4D16-918D-826CF630424D}">
      <dgm:prSet custT="1"/>
      <dgm:spPr/>
      <dgm:t>
        <a:bodyPr/>
        <a:lstStyle/>
        <a:p>
          <a:r>
            <a:rPr lang="en-US" sz="2400" b="1" i="1" dirty="0">
              <a:solidFill>
                <a:srgbClr val="FFFF00"/>
              </a:solidFill>
            </a:rPr>
            <a:t>Boost Productivity</a:t>
          </a:r>
          <a:br>
            <a:rPr lang="en-US" sz="2400" b="1" i="1" dirty="0">
              <a:solidFill>
                <a:srgbClr val="FFFF00"/>
              </a:solidFill>
            </a:rPr>
          </a:br>
          <a:r>
            <a:rPr lang="en-US" sz="2000" dirty="0"/>
            <a:t>Provide modern tools to enhance the daily work of the Engineering team.</a:t>
          </a:r>
        </a:p>
      </dgm:t>
    </dgm:pt>
    <dgm:pt modelId="{9DA065B6-941C-4669-8A20-FECDC91E739A}" type="parTrans" cxnId="{731451DA-71FC-473E-A79D-A4AC8621FFC0}">
      <dgm:prSet/>
      <dgm:spPr/>
      <dgm:t>
        <a:bodyPr/>
        <a:lstStyle/>
        <a:p>
          <a:endParaRPr lang="en-US"/>
        </a:p>
      </dgm:t>
    </dgm:pt>
    <dgm:pt modelId="{8FB52BA1-A7F6-4611-880A-3C252B75A5FD}" type="sibTrans" cxnId="{731451DA-71FC-473E-A79D-A4AC8621FFC0}">
      <dgm:prSet/>
      <dgm:spPr/>
      <dgm:t>
        <a:bodyPr/>
        <a:lstStyle/>
        <a:p>
          <a:endParaRPr lang="en-US"/>
        </a:p>
      </dgm:t>
    </dgm:pt>
    <dgm:pt modelId="{5508A415-DC1C-41A2-A47A-DC5783191FD5}">
      <dgm:prSet/>
      <dgm:spPr/>
      <dgm:t>
        <a:bodyPr/>
        <a:lstStyle/>
        <a:p>
          <a:r>
            <a:rPr lang="en-US" dirty="0"/>
            <a:t>Centralized Project Management:</a:t>
          </a:r>
        </a:p>
      </dgm:t>
    </dgm:pt>
    <dgm:pt modelId="{1DE6E003-40F3-4525-9FC9-676FCDB9F41D}" type="parTrans" cxnId="{4B7D739F-F63D-454F-BEA0-750C6F0F7CB0}">
      <dgm:prSet/>
      <dgm:spPr/>
      <dgm:t>
        <a:bodyPr/>
        <a:lstStyle/>
        <a:p>
          <a:endParaRPr lang="en-US"/>
        </a:p>
      </dgm:t>
    </dgm:pt>
    <dgm:pt modelId="{37BA5E2A-B9E6-48F7-835D-8CBB25CB22FF}" type="sibTrans" cxnId="{4B7D739F-F63D-454F-BEA0-750C6F0F7CB0}">
      <dgm:prSet/>
      <dgm:spPr/>
      <dgm:t>
        <a:bodyPr/>
        <a:lstStyle/>
        <a:p>
          <a:endParaRPr lang="en-US"/>
        </a:p>
      </dgm:t>
    </dgm:pt>
    <dgm:pt modelId="{2C98E8D7-018D-4317-B85C-7A162EF6D7DC}">
      <dgm:prSet/>
      <dgm:spPr/>
      <dgm:t>
        <a:bodyPr/>
        <a:lstStyle/>
        <a:p>
          <a:r>
            <a:rPr lang="en-US"/>
            <a:t>Dedicated sites for project-related content.</a:t>
          </a:r>
        </a:p>
      </dgm:t>
    </dgm:pt>
    <dgm:pt modelId="{636F5212-844D-4291-9D6F-E5221D73A920}" type="parTrans" cxnId="{AAF7D3F1-89DA-429E-931D-B3885BAF3DEB}">
      <dgm:prSet/>
      <dgm:spPr/>
      <dgm:t>
        <a:bodyPr/>
        <a:lstStyle/>
        <a:p>
          <a:endParaRPr lang="en-US"/>
        </a:p>
      </dgm:t>
    </dgm:pt>
    <dgm:pt modelId="{861B6D30-27A2-462F-AF0E-39DA196BDAD6}" type="sibTrans" cxnId="{AAF7D3F1-89DA-429E-931D-B3885BAF3DEB}">
      <dgm:prSet/>
      <dgm:spPr/>
      <dgm:t>
        <a:bodyPr/>
        <a:lstStyle/>
        <a:p>
          <a:endParaRPr lang="en-US"/>
        </a:p>
      </dgm:t>
    </dgm:pt>
    <dgm:pt modelId="{DF5E9BCF-353A-41CA-8935-0AFAAF8E5571}">
      <dgm:prSet/>
      <dgm:spPr/>
      <dgm:t>
        <a:bodyPr/>
        <a:lstStyle/>
        <a:p>
          <a:r>
            <a:rPr lang="en-US"/>
            <a:t>Metadata and tagging for better organization and future access.</a:t>
          </a:r>
        </a:p>
      </dgm:t>
    </dgm:pt>
    <dgm:pt modelId="{6A5036E6-8500-4FE2-8473-78DF2055FF33}" type="parTrans" cxnId="{7D5CE950-5962-406E-B464-BAAB796CFDE7}">
      <dgm:prSet/>
      <dgm:spPr/>
      <dgm:t>
        <a:bodyPr/>
        <a:lstStyle/>
        <a:p>
          <a:endParaRPr lang="en-US"/>
        </a:p>
      </dgm:t>
    </dgm:pt>
    <dgm:pt modelId="{575925AE-17A4-4E38-88A5-0835E7F99ED3}" type="sibTrans" cxnId="{7D5CE950-5962-406E-B464-BAAB796CFDE7}">
      <dgm:prSet/>
      <dgm:spPr/>
      <dgm:t>
        <a:bodyPr/>
        <a:lstStyle/>
        <a:p>
          <a:endParaRPr lang="en-US"/>
        </a:p>
      </dgm:t>
    </dgm:pt>
    <dgm:pt modelId="{F1FE505E-5A51-474F-A8A5-C03B08BA0A33}">
      <dgm:prSet/>
      <dgm:spPr/>
      <dgm:t>
        <a:bodyPr/>
        <a:lstStyle/>
        <a:p>
          <a:r>
            <a:rPr lang="en-US" dirty="0"/>
            <a:t>Standards and Policies Management:</a:t>
          </a:r>
        </a:p>
      </dgm:t>
    </dgm:pt>
    <dgm:pt modelId="{5ACCF362-41F4-4C6D-A0C1-A90A370F9B83}" type="parTrans" cxnId="{053E728F-4403-41BD-B095-CB8E4761D4D6}">
      <dgm:prSet/>
      <dgm:spPr/>
      <dgm:t>
        <a:bodyPr/>
        <a:lstStyle/>
        <a:p>
          <a:endParaRPr lang="en-US"/>
        </a:p>
      </dgm:t>
    </dgm:pt>
    <dgm:pt modelId="{5332BC1A-3C1A-43D6-B53E-4956A9759B78}" type="sibTrans" cxnId="{053E728F-4403-41BD-B095-CB8E4761D4D6}">
      <dgm:prSet/>
      <dgm:spPr/>
      <dgm:t>
        <a:bodyPr/>
        <a:lstStyle/>
        <a:p>
          <a:endParaRPr lang="en-US"/>
        </a:p>
      </dgm:t>
    </dgm:pt>
    <dgm:pt modelId="{F8E79DB7-1081-4026-B359-BFE0F641F31A}">
      <dgm:prSet/>
      <dgm:spPr/>
      <dgm:t>
        <a:bodyPr/>
        <a:lstStyle/>
        <a:p>
          <a:r>
            <a:rPr lang="en-US"/>
            <a:t>Dedicated site for easier handling of standards and policies.</a:t>
          </a:r>
        </a:p>
      </dgm:t>
    </dgm:pt>
    <dgm:pt modelId="{9C4A7CCB-70CB-45F5-90A3-4CB094877A28}" type="parTrans" cxnId="{8437FBD4-D89E-4976-B393-35590B555785}">
      <dgm:prSet/>
      <dgm:spPr/>
      <dgm:t>
        <a:bodyPr/>
        <a:lstStyle/>
        <a:p>
          <a:endParaRPr lang="en-US"/>
        </a:p>
      </dgm:t>
    </dgm:pt>
    <dgm:pt modelId="{0640EB27-ABF2-45B9-AA71-58925E06C7C3}" type="sibTrans" cxnId="{8437FBD4-D89E-4976-B393-35590B555785}">
      <dgm:prSet/>
      <dgm:spPr/>
      <dgm:t>
        <a:bodyPr/>
        <a:lstStyle/>
        <a:p>
          <a:endParaRPr lang="en-US"/>
        </a:p>
      </dgm:t>
    </dgm:pt>
    <dgm:pt modelId="{30D72A5E-CDDB-4ACD-9EF6-D03FC41AC62F}">
      <dgm:prSet/>
      <dgm:spPr/>
      <dgm:t>
        <a:bodyPr/>
        <a:lstStyle/>
        <a:p>
          <a:r>
            <a:rPr lang="en-US" dirty="0"/>
            <a:t>Unified access to all relevant documentation.</a:t>
          </a:r>
        </a:p>
      </dgm:t>
    </dgm:pt>
    <dgm:pt modelId="{A8BB79DF-1077-4B40-BC6A-4047A86A25BE}" type="parTrans" cxnId="{E7481A09-3778-4379-8F80-B977F426A297}">
      <dgm:prSet/>
      <dgm:spPr/>
      <dgm:t>
        <a:bodyPr/>
        <a:lstStyle/>
        <a:p>
          <a:endParaRPr lang="en-US"/>
        </a:p>
      </dgm:t>
    </dgm:pt>
    <dgm:pt modelId="{9E0235D6-2024-4723-AEA3-06661D0387AC}" type="sibTrans" cxnId="{E7481A09-3778-4379-8F80-B977F426A297}">
      <dgm:prSet/>
      <dgm:spPr/>
      <dgm:t>
        <a:bodyPr/>
        <a:lstStyle/>
        <a:p>
          <a:endParaRPr lang="en-US"/>
        </a:p>
      </dgm:t>
    </dgm:pt>
    <dgm:pt modelId="{8376B43D-E3EA-44AD-B89A-9B96BDECF7B6}" type="pres">
      <dgm:prSet presAssocID="{ADCAF3EE-26B7-4C18-B798-C0000B0F5C9D}" presName="Name0" presStyleCnt="0">
        <dgm:presLayoutVars>
          <dgm:dir/>
          <dgm:animLvl val="lvl"/>
          <dgm:resizeHandles val="exact"/>
        </dgm:presLayoutVars>
      </dgm:prSet>
      <dgm:spPr/>
    </dgm:pt>
    <dgm:pt modelId="{3F3E2294-930F-49AC-B61B-73488EA692DA}" type="pres">
      <dgm:prSet presAssocID="{44816460-FD30-4D16-918D-826CF630424D}" presName="linNode" presStyleCnt="0"/>
      <dgm:spPr/>
    </dgm:pt>
    <dgm:pt modelId="{64186BFB-ADC7-4F3F-B295-48C5D95F746A}" type="pres">
      <dgm:prSet presAssocID="{44816460-FD30-4D16-918D-826CF630424D}" presName="parentText" presStyleLbl="node1" presStyleIdx="0" presStyleCnt="4" custScaleX="277778">
        <dgm:presLayoutVars>
          <dgm:chMax val="1"/>
          <dgm:bulletEnabled val="1"/>
        </dgm:presLayoutVars>
      </dgm:prSet>
      <dgm:spPr/>
    </dgm:pt>
    <dgm:pt modelId="{EA021DEB-734D-41BB-BE80-752C2AD34FE0}" type="pres">
      <dgm:prSet presAssocID="{8FB52BA1-A7F6-4611-880A-3C252B75A5FD}" presName="sp" presStyleCnt="0"/>
      <dgm:spPr/>
    </dgm:pt>
    <dgm:pt modelId="{546C8898-FFB4-404C-BAEC-FF10F1843311}" type="pres">
      <dgm:prSet presAssocID="{5508A415-DC1C-41A2-A47A-DC5783191FD5}" presName="linNode" presStyleCnt="0"/>
      <dgm:spPr/>
    </dgm:pt>
    <dgm:pt modelId="{29F438A0-6367-4DEC-9E2E-1A1FF986B97A}" type="pres">
      <dgm:prSet presAssocID="{5508A415-DC1C-41A2-A47A-DC5783191FD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01E1598-B87D-4572-9F52-5BA4D9E426C3}" type="pres">
      <dgm:prSet presAssocID="{5508A415-DC1C-41A2-A47A-DC5783191FD5}" presName="descendantText" presStyleLbl="alignAccFollowNode1" presStyleIdx="0" presStyleCnt="2">
        <dgm:presLayoutVars>
          <dgm:bulletEnabled val="1"/>
        </dgm:presLayoutVars>
      </dgm:prSet>
      <dgm:spPr/>
    </dgm:pt>
    <dgm:pt modelId="{C0D3FFFE-EB98-4A72-958C-D6E499E5FF30}" type="pres">
      <dgm:prSet presAssocID="{37BA5E2A-B9E6-48F7-835D-8CBB25CB22FF}" presName="sp" presStyleCnt="0"/>
      <dgm:spPr/>
    </dgm:pt>
    <dgm:pt modelId="{186078C5-8E51-4CB9-A781-1F142F743D67}" type="pres">
      <dgm:prSet presAssocID="{F1FE505E-5A51-474F-A8A5-C03B08BA0A33}" presName="linNode" presStyleCnt="0"/>
      <dgm:spPr/>
    </dgm:pt>
    <dgm:pt modelId="{71F6800D-B59B-4F1D-849F-651CCA611D10}" type="pres">
      <dgm:prSet presAssocID="{F1FE505E-5A51-474F-A8A5-C03B08BA0A3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D114DD1-3588-4D3A-B269-5DEB2BBD5B1E}" type="pres">
      <dgm:prSet presAssocID="{F1FE505E-5A51-474F-A8A5-C03B08BA0A33}" presName="descendantText" presStyleLbl="alignAccFollowNode1" presStyleIdx="1" presStyleCnt="2">
        <dgm:presLayoutVars>
          <dgm:bulletEnabled val="1"/>
        </dgm:presLayoutVars>
      </dgm:prSet>
      <dgm:spPr/>
    </dgm:pt>
    <dgm:pt modelId="{8221FFAB-DE40-4F97-9B77-2CC7A19A5390}" type="pres">
      <dgm:prSet presAssocID="{5332BC1A-3C1A-43D6-B53E-4956A9759B78}" presName="sp" presStyleCnt="0"/>
      <dgm:spPr/>
    </dgm:pt>
    <dgm:pt modelId="{2D4A6B89-9CBC-4E75-9CE3-DBBEB7916190}" type="pres">
      <dgm:prSet presAssocID="{30D72A5E-CDDB-4ACD-9EF6-D03FC41AC62F}" presName="linNode" presStyleCnt="0"/>
      <dgm:spPr/>
    </dgm:pt>
    <dgm:pt modelId="{C9BA6F80-53B0-4A99-929B-7560AD37AB1E}" type="pres">
      <dgm:prSet presAssocID="{30D72A5E-CDDB-4ACD-9EF6-D03FC41AC62F}" presName="parentText" presStyleLbl="node1" presStyleIdx="3" presStyleCnt="4" custScaleX="277778">
        <dgm:presLayoutVars>
          <dgm:chMax val="1"/>
          <dgm:bulletEnabled val="1"/>
        </dgm:presLayoutVars>
      </dgm:prSet>
      <dgm:spPr/>
    </dgm:pt>
  </dgm:ptLst>
  <dgm:cxnLst>
    <dgm:cxn modelId="{E7481A09-3778-4379-8F80-B977F426A297}" srcId="{ADCAF3EE-26B7-4C18-B798-C0000B0F5C9D}" destId="{30D72A5E-CDDB-4ACD-9EF6-D03FC41AC62F}" srcOrd="3" destOrd="0" parTransId="{A8BB79DF-1077-4B40-BC6A-4047A86A25BE}" sibTransId="{9E0235D6-2024-4723-AEA3-06661D0387AC}"/>
    <dgm:cxn modelId="{C1E04334-6C81-4A89-BEF3-1131C1F5000B}" type="presOf" srcId="{5508A415-DC1C-41A2-A47A-DC5783191FD5}" destId="{29F438A0-6367-4DEC-9E2E-1A1FF986B97A}" srcOrd="0" destOrd="0" presId="urn:microsoft.com/office/officeart/2005/8/layout/vList5"/>
    <dgm:cxn modelId="{62DE5140-0BFF-484E-A51A-9B8090C4E8E6}" type="presOf" srcId="{F1FE505E-5A51-474F-A8A5-C03B08BA0A33}" destId="{71F6800D-B59B-4F1D-849F-651CCA611D10}" srcOrd="0" destOrd="0" presId="urn:microsoft.com/office/officeart/2005/8/layout/vList5"/>
    <dgm:cxn modelId="{B1FEF95D-24FC-4560-9F13-09A72C180B84}" type="presOf" srcId="{2C98E8D7-018D-4317-B85C-7A162EF6D7DC}" destId="{501E1598-B87D-4572-9F52-5BA4D9E426C3}" srcOrd="0" destOrd="0" presId="urn:microsoft.com/office/officeart/2005/8/layout/vList5"/>
    <dgm:cxn modelId="{EDC42C44-C5F8-46DD-BA6A-E812172D2417}" type="presOf" srcId="{30D72A5E-CDDB-4ACD-9EF6-D03FC41AC62F}" destId="{C9BA6F80-53B0-4A99-929B-7560AD37AB1E}" srcOrd="0" destOrd="0" presId="urn:microsoft.com/office/officeart/2005/8/layout/vList5"/>
    <dgm:cxn modelId="{ECFE7F6A-5300-4E5C-BA86-77E066DC741D}" type="presOf" srcId="{ADCAF3EE-26B7-4C18-B798-C0000B0F5C9D}" destId="{8376B43D-E3EA-44AD-B89A-9B96BDECF7B6}" srcOrd="0" destOrd="0" presId="urn:microsoft.com/office/officeart/2005/8/layout/vList5"/>
    <dgm:cxn modelId="{7D5CE950-5962-406E-B464-BAAB796CFDE7}" srcId="{5508A415-DC1C-41A2-A47A-DC5783191FD5}" destId="{DF5E9BCF-353A-41CA-8935-0AFAAF8E5571}" srcOrd="1" destOrd="0" parTransId="{6A5036E6-8500-4FE2-8473-78DF2055FF33}" sibTransId="{575925AE-17A4-4E38-88A5-0835E7F99ED3}"/>
    <dgm:cxn modelId="{907EC456-B553-4F86-ABEE-9EAEA3159522}" type="presOf" srcId="{44816460-FD30-4D16-918D-826CF630424D}" destId="{64186BFB-ADC7-4F3F-B295-48C5D95F746A}" srcOrd="0" destOrd="0" presId="urn:microsoft.com/office/officeart/2005/8/layout/vList5"/>
    <dgm:cxn modelId="{053E728F-4403-41BD-B095-CB8E4761D4D6}" srcId="{ADCAF3EE-26B7-4C18-B798-C0000B0F5C9D}" destId="{F1FE505E-5A51-474F-A8A5-C03B08BA0A33}" srcOrd="2" destOrd="0" parTransId="{5ACCF362-41F4-4C6D-A0C1-A90A370F9B83}" sibTransId="{5332BC1A-3C1A-43D6-B53E-4956A9759B78}"/>
    <dgm:cxn modelId="{CD6C679E-334E-45D5-BE28-0471D351C358}" type="presOf" srcId="{F8E79DB7-1081-4026-B359-BFE0F641F31A}" destId="{0D114DD1-3588-4D3A-B269-5DEB2BBD5B1E}" srcOrd="0" destOrd="0" presId="urn:microsoft.com/office/officeart/2005/8/layout/vList5"/>
    <dgm:cxn modelId="{2EB1C79E-A42A-449E-A69D-986E378865A3}" type="presOf" srcId="{DF5E9BCF-353A-41CA-8935-0AFAAF8E5571}" destId="{501E1598-B87D-4572-9F52-5BA4D9E426C3}" srcOrd="0" destOrd="1" presId="urn:microsoft.com/office/officeart/2005/8/layout/vList5"/>
    <dgm:cxn modelId="{4B7D739F-F63D-454F-BEA0-750C6F0F7CB0}" srcId="{ADCAF3EE-26B7-4C18-B798-C0000B0F5C9D}" destId="{5508A415-DC1C-41A2-A47A-DC5783191FD5}" srcOrd="1" destOrd="0" parTransId="{1DE6E003-40F3-4525-9FC9-676FCDB9F41D}" sibTransId="{37BA5E2A-B9E6-48F7-835D-8CBB25CB22FF}"/>
    <dgm:cxn modelId="{8437FBD4-D89E-4976-B393-35590B555785}" srcId="{F1FE505E-5A51-474F-A8A5-C03B08BA0A33}" destId="{F8E79DB7-1081-4026-B359-BFE0F641F31A}" srcOrd="0" destOrd="0" parTransId="{9C4A7CCB-70CB-45F5-90A3-4CB094877A28}" sibTransId="{0640EB27-ABF2-45B9-AA71-58925E06C7C3}"/>
    <dgm:cxn modelId="{731451DA-71FC-473E-A79D-A4AC8621FFC0}" srcId="{ADCAF3EE-26B7-4C18-B798-C0000B0F5C9D}" destId="{44816460-FD30-4D16-918D-826CF630424D}" srcOrd="0" destOrd="0" parTransId="{9DA065B6-941C-4669-8A20-FECDC91E739A}" sibTransId="{8FB52BA1-A7F6-4611-880A-3C252B75A5FD}"/>
    <dgm:cxn modelId="{AAF7D3F1-89DA-429E-931D-B3885BAF3DEB}" srcId="{5508A415-DC1C-41A2-A47A-DC5783191FD5}" destId="{2C98E8D7-018D-4317-B85C-7A162EF6D7DC}" srcOrd="0" destOrd="0" parTransId="{636F5212-844D-4291-9D6F-E5221D73A920}" sibTransId="{861B6D30-27A2-462F-AF0E-39DA196BDAD6}"/>
    <dgm:cxn modelId="{672FD796-1904-441B-8620-F89703D20A94}" type="presParOf" srcId="{8376B43D-E3EA-44AD-B89A-9B96BDECF7B6}" destId="{3F3E2294-930F-49AC-B61B-73488EA692DA}" srcOrd="0" destOrd="0" presId="urn:microsoft.com/office/officeart/2005/8/layout/vList5"/>
    <dgm:cxn modelId="{24898562-8826-4922-81B9-84E41B3331D5}" type="presParOf" srcId="{3F3E2294-930F-49AC-B61B-73488EA692DA}" destId="{64186BFB-ADC7-4F3F-B295-48C5D95F746A}" srcOrd="0" destOrd="0" presId="urn:microsoft.com/office/officeart/2005/8/layout/vList5"/>
    <dgm:cxn modelId="{3B823450-4995-4CEB-BF98-52ED4EA7D836}" type="presParOf" srcId="{8376B43D-E3EA-44AD-B89A-9B96BDECF7B6}" destId="{EA021DEB-734D-41BB-BE80-752C2AD34FE0}" srcOrd="1" destOrd="0" presId="urn:microsoft.com/office/officeart/2005/8/layout/vList5"/>
    <dgm:cxn modelId="{1991A7EA-37AD-4865-B031-75B7E91154D9}" type="presParOf" srcId="{8376B43D-E3EA-44AD-B89A-9B96BDECF7B6}" destId="{546C8898-FFB4-404C-BAEC-FF10F1843311}" srcOrd="2" destOrd="0" presId="urn:microsoft.com/office/officeart/2005/8/layout/vList5"/>
    <dgm:cxn modelId="{FA0D9FFF-2D4E-472E-A92E-6FA28EF62CF3}" type="presParOf" srcId="{546C8898-FFB4-404C-BAEC-FF10F1843311}" destId="{29F438A0-6367-4DEC-9E2E-1A1FF986B97A}" srcOrd="0" destOrd="0" presId="urn:microsoft.com/office/officeart/2005/8/layout/vList5"/>
    <dgm:cxn modelId="{FE883601-0234-4467-98BD-E40D1C969296}" type="presParOf" srcId="{546C8898-FFB4-404C-BAEC-FF10F1843311}" destId="{501E1598-B87D-4572-9F52-5BA4D9E426C3}" srcOrd="1" destOrd="0" presId="urn:microsoft.com/office/officeart/2005/8/layout/vList5"/>
    <dgm:cxn modelId="{9B7C2DA8-7E2F-400F-B32E-485FF909D63E}" type="presParOf" srcId="{8376B43D-E3EA-44AD-B89A-9B96BDECF7B6}" destId="{C0D3FFFE-EB98-4A72-958C-D6E499E5FF30}" srcOrd="3" destOrd="0" presId="urn:microsoft.com/office/officeart/2005/8/layout/vList5"/>
    <dgm:cxn modelId="{8BC2533E-0F11-4AC6-B397-9D10D90984EB}" type="presParOf" srcId="{8376B43D-E3EA-44AD-B89A-9B96BDECF7B6}" destId="{186078C5-8E51-4CB9-A781-1F142F743D67}" srcOrd="4" destOrd="0" presId="urn:microsoft.com/office/officeart/2005/8/layout/vList5"/>
    <dgm:cxn modelId="{8ABEB510-B09B-4D5A-8865-B8E75BAA2E12}" type="presParOf" srcId="{186078C5-8E51-4CB9-A781-1F142F743D67}" destId="{71F6800D-B59B-4F1D-849F-651CCA611D10}" srcOrd="0" destOrd="0" presId="urn:microsoft.com/office/officeart/2005/8/layout/vList5"/>
    <dgm:cxn modelId="{BE590EDA-9CB4-4B41-A41B-2CE9581B024A}" type="presParOf" srcId="{186078C5-8E51-4CB9-A781-1F142F743D67}" destId="{0D114DD1-3588-4D3A-B269-5DEB2BBD5B1E}" srcOrd="1" destOrd="0" presId="urn:microsoft.com/office/officeart/2005/8/layout/vList5"/>
    <dgm:cxn modelId="{D7F549E3-599B-440E-ADFB-3B54A647589C}" type="presParOf" srcId="{8376B43D-E3EA-44AD-B89A-9B96BDECF7B6}" destId="{8221FFAB-DE40-4F97-9B77-2CC7A19A5390}" srcOrd="5" destOrd="0" presId="urn:microsoft.com/office/officeart/2005/8/layout/vList5"/>
    <dgm:cxn modelId="{6EA82DB2-6993-4E8C-9ABC-BE1C472660FA}" type="presParOf" srcId="{8376B43D-E3EA-44AD-B89A-9B96BDECF7B6}" destId="{2D4A6B89-9CBC-4E75-9CE3-DBBEB7916190}" srcOrd="6" destOrd="0" presId="urn:microsoft.com/office/officeart/2005/8/layout/vList5"/>
    <dgm:cxn modelId="{CC9DD1CE-9A3C-4278-8C8D-E17847B31017}" type="presParOf" srcId="{2D4A6B89-9CBC-4E75-9CE3-DBBEB7916190}" destId="{C9BA6F80-53B0-4A99-929B-7560AD37AB1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/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/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/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/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/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/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/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/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/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/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/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/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/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/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/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/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/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/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/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/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/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A717DB2-E5AC-40C7-AB00-BC39D0D48C1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17FD193-8C79-4DF8-901D-933538FFA784}">
      <dgm:prSet phldrT="[Text]"/>
      <dgm:spPr/>
      <dgm:t>
        <a:bodyPr/>
        <a:lstStyle/>
        <a:p>
          <a:r>
            <a:rPr lang="en-US" dirty="0"/>
            <a:t>Engineering Hub (Hub Site):</a:t>
          </a:r>
        </a:p>
      </dgm:t>
    </dgm:pt>
    <dgm:pt modelId="{B8669A38-8ED3-4CB6-B337-CD22F4527A4E}" type="parTrans" cxnId="{9AE32123-EC5F-47B1-81BD-3A15984430D1}">
      <dgm:prSet/>
      <dgm:spPr/>
      <dgm:t>
        <a:bodyPr/>
        <a:lstStyle/>
        <a:p>
          <a:endParaRPr lang="en-US"/>
        </a:p>
      </dgm:t>
    </dgm:pt>
    <dgm:pt modelId="{A476F093-0BF6-4A9F-8379-7A32879694D8}" type="sibTrans" cxnId="{9AE32123-EC5F-47B1-81BD-3A15984430D1}">
      <dgm:prSet/>
      <dgm:spPr/>
      <dgm:t>
        <a:bodyPr/>
        <a:lstStyle/>
        <a:p>
          <a:endParaRPr lang="en-US"/>
        </a:p>
      </dgm:t>
    </dgm:pt>
    <dgm:pt modelId="{16F0354B-6822-4D94-97AC-25460F6E3D76}">
      <dgm:prSet/>
      <dgm:spPr/>
      <dgm:t>
        <a:bodyPr/>
        <a:lstStyle/>
        <a:p>
          <a:r>
            <a:rPr lang="en-US" dirty="0"/>
            <a:t>Standards and Policies</a:t>
          </a:r>
        </a:p>
      </dgm:t>
    </dgm:pt>
    <dgm:pt modelId="{2232A805-0A75-46C4-BA37-43A8C5EB3F6F}" type="parTrans" cxnId="{59DFF222-A2BB-46B1-B47E-DF082C1D4BF5}">
      <dgm:prSet/>
      <dgm:spPr/>
      <dgm:t>
        <a:bodyPr/>
        <a:lstStyle/>
        <a:p>
          <a:endParaRPr lang="en-US"/>
        </a:p>
      </dgm:t>
    </dgm:pt>
    <dgm:pt modelId="{89426077-57EA-48A6-9AA5-E3A21E150FDA}" type="sibTrans" cxnId="{59DFF222-A2BB-46B1-B47E-DF082C1D4BF5}">
      <dgm:prSet/>
      <dgm:spPr/>
      <dgm:t>
        <a:bodyPr/>
        <a:lstStyle/>
        <a:p>
          <a:endParaRPr lang="en-US"/>
        </a:p>
      </dgm:t>
    </dgm:pt>
    <dgm:pt modelId="{94DB5B62-5D7E-48B2-A1A8-28D226D856B2}">
      <dgm:prSet/>
      <dgm:spPr/>
      <dgm:t>
        <a:bodyPr/>
        <a:lstStyle/>
        <a:p>
          <a:r>
            <a:rPr lang="en-US" dirty="0"/>
            <a:t>Projects</a:t>
          </a:r>
        </a:p>
      </dgm:t>
    </dgm:pt>
    <dgm:pt modelId="{C8669E48-AD9E-4198-84B7-28CB8BE2C853}" type="parTrans" cxnId="{F3884B4A-33F8-42AC-B8AE-34DC17F2E7D5}">
      <dgm:prSet/>
      <dgm:spPr/>
      <dgm:t>
        <a:bodyPr/>
        <a:lstStyle/>
        <a:p>
          <a:endParaRPr lang="en-US"/>
        </a:p>
      </dgm:t>
    </dgm:pt>
    <dgm:pt modelId="{ED689E60-CAD0-4D93-9612-FDFB8EEADEDA}" type="sibTrans" cxnId="{F3884B4A-33F8-42AC-B8AE-34DC17F2E7D5}">
      <dgm:prSet/>
      <dgm:spPr/>
      <dgm:t>
        <a:bodyPr/>
        <a:lstStyle/>
        <a:p>
          <a:endParaRPr lang="en-US"/>
        </a:p>
      </dgm:t>
    </dgm:pt>
    <dgm:pt modelId="{E5CB128A-1411-4160-9D3D-37F9026C654B}">
      <dgm:prSet/>
      <dgm:spPr/>
      <dgm:t>
        <a:bodyPr/>
        <a:lstStyle/>
        <a:p>
          <a:r>
            <a:rPr lang="en-US" dirty="0"/>
            <a:t>Process Documentation</a:t>
          </a:r>
        </a:p>
      </dgm:t>
    </dgm:pt>
    <dgm:pt modelId="{4C5DE75E-526F-451C-84C6-F7A926977124}" type="parTrans" cxnId="{D4DA7F70-388B-4F21-BE5D-450D37F961A9}">
      <dgm:prSet/>
      <dgm:spPr/>
      <dgm:t>
        <a:bodyPr/>
        <a:lstStyle/>
        <a:p>
          <a:endParaRPr lang="en-US"/>
        </a:p>
      </dgm:t>
    </dgm:pt>
    <dgm:pt modelId="{67347C94-982F-4D18-87E9-174EADCA784D}" type="sibTrans" cxnId="{D4DA7F70-388B-4F21-BE5D-450D37F961A9}">
      <dgm:prSet/>
      <dgm:spPr/>
      <dgm:t>
        <a:bodyPr/>
        <a:lstStyle/>
        <a:p>
          <a:endParaRPr lang="en-US"/>
        </a:p>
      </dgm:t>
    </dgm:pt>
    <dgm:pt modelId="{BA755002-EB64-4475-B129-D325B5CE03C4}">
      <dgm:prSet/>
      <dgm:spPr/>
      <dgm:t>
        <a:bodyPr/>
        <a:lstStyle/>
        <a:p>
          <a:r>
            <a:rPr lang="en-US" dirty="0"/>
            <a:t>Media Library</a:t>
          </a:r>
        </a:p>
      </dgm:t>
    </dgm:pt>
    <dgm:pt modelId="{C3F36658-5FE4-4A96-AAD7-8B60B7B08EFE}" type="parTrans" cxnId="{BC17E42F-FE0A-48FA-A043-79E7478278CF}">
      <dgm:prSet/>
      <dgm:spPr/>
      <dgm:t>
        <a:bodyPr/>
        <a:lstStyle/>
        <a:p>
          <a:endParaRPr lang="en-US"/>
        </a:p>
      </dgm:t>
    </dgm:pt>
    <dgm:pt modelId="{EE47EF58-A43C-479E-9BCB-26BEA3AEB18D}" type="sibTrans" cxnId="{BC17E42F-FE0A-48FA-A043-79E7478278CF}">
      <dgm:prSet/>
      <dgm:spPr/>
      <dgm:t>
        <a:bodyPr/>
        <a:lstStyle/>
        <a:p>
          <a:endParaRPr lang="en-US"/>
        </a:p>
      </dgm:t>
    </dgm:pt>
    <dgm:pt modelId="{A97DF2FF-1968-4568-8BBA-B06E8D8301BD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Tools and Resources</a:t>
          </a:r>
        </a:p>
      </dgm:t>
    </dgm:pt>
    <dgm:pt modelId="{DF0ABA80-1BC5-4DCB-83A5-1784B84A25E8}" type="parTrans" cxnId="{D6433DD6-8113-4643-B901-AC8943BA1A92}">
      <dgm:prSet/>
      <dgm:spPr/>
      <dgm:t>
        <a:bodyPr/>
        <a:lstStyle/>
        <a:p>
          <a:endParaRPr lang="en-US"/>
        </a:p>
      </dgm:t>
    </dgm:pt>
    <dgm:pt modelId="{F84B756D-E998-4347-A5FE-6BC0F777C012}" type="sibTrans" cxnId="{D6433DD6-8113-4643-B901-AC8943BA1A92}">
      <dgm:prSet/>
      <dgm:spPr/>
      <dgm:t>
        <a:bodyPr/>
        <a:lstStyle/>
        <a:p>
          <a:endParaRPr lang="en-US"/>
        </a:p>
      </dgm:t>
    </dgm:pt>
    <dgm:pt modelId="{49EAE7F4-8FB5-4F3C-9EC9-6529361FE6DF}" type="pres">
      <dgm:prSet presAssocID="{2A717DB2-E5AC-40C7-AB00-BC39D0D48C1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51808A-A5D2-4B8B-A693-F6502BA384D2}" type="pres">
      <dgm:prSet presAssocID="{517FD193-8C79-4DF8-901D-933538FFA784}" presName="hierRoot1" presStyleCnt="0">
        <dgm:presLayoutVars>
          <dgm:hierBranch val="init"/>
        </dgm:presLayoutVars>
      </dgm:prSet>
      <dgm:spPr/>
    </dgm:pt>
    <dgm:pt modelId="{5EC1EBB4-24E4-43FF-A479-8A71315DED4B}" type="pres">
      <dgm:prSet presAssocID="{517FD193-8C79-4DF8-901D-933538FFA784}" presName="rootComposite1" presStyleCnt="0"/>
      <dgm:spPr/>
    </dgm:pt>
    <dgm:pt modelId="{AA3A499E-F4B6-4C0B-AB4A-3DB99905682D}" type="pres">
      <dgm:prSet presAssocID="{517FD193-8C79-4DF8-901D-933538FFA784}" presName="rootText1" presStyleLbl="node0" presStyleIdx="0" presStyleCnt="1">
        <dgm:presLayoutVars>
          <dgm:chPref val="3"/>
        </dgm:presLayoutVars>
      </dgm:prSet>
      <dgm:spPr/>
    </dgm:pt>
    <dgm:pt modelId="{30DA7BA3-A153-4CF1-9293-3A94B37DA567}" type="pres">
      <dgm:prSet presAssocID="{517FD193-8C79-4DF8-901D-933538FFA784}" presName="rootConnector1" presStyleLbl="node1" presStyleIdx="0" presStyleCnt="0"/>
      <dgm:spPr/>
    </dgm:pt>
    <dgm:pt modelId="{BD82A428-695B-44DD-BEA4-C4D1085009DB}" type="pres">
      <dgm:prSet presAssocID="{517FD193-8C79-4DF8-901D-933538FFA784}" presName="hierChild2" presStyleCnt="0"/>
      <dgm:spPr/>
    </dgm:pt>
    <dgm:pt modelId="{0B0A3659-01BD-4721-A157-BDFB4C876622}" type="pres">
      <dgm:prSet presAssocID="{2232A805-0A75-46C4-BA37-43A8C5EB3F6F}" presName="Name64" presStyleLbl="parChTrans1D2" presStyleIdx="0" presStyleCnt="5"/>
      <dgm:spPr/>
    </dgm:pt>
    <dgm:pt modelId="{677429C8-EA31-4C4D-8427-60512DBEC19A}" type="pres">
      <dgm:prSet presAssocID="{16F0354B-6822-4D94-97AC-25460F6E3D76}" presName="hierRoot2" presStyleCnt="0">
        <dgm:presLayoutVars>
          <dgm:hierBranch val="init"/>
        </dgm:presLayoutVars>
      </dgm:prSet>
      <dgm:spPr/>
    </dgm:pt>
    <dgm:pt modelId="{19CFC71A-E338-417D-9975-7D284C487348}" type="pres">
      <dgm:prSet presAssocID="{16F0354B-6822-4D94-97AC-25460F6E3D76}" presName="rootComposite" presStyleCnt="0"/>
      <dgm:spPr/>
    </dgm:pt>
    <dgm:pt modelId="{76BBE330-281A-4612-A145-5558E24E2BEF}" type="pres">
      <dgm:prSet presAssocID="{16F0354B-6822-4D94-97AC-25460F6E3D76}" presName="rootText" presStyleLbl="node2" presStyleIdx="0" presStyleCnt="5">
        <dgm:presLayoutVars>
          <dgm:chPref val="3"/>
        </dgm:presLayoutVars>
      </dgm:prSet>
      <dgm:spPr/>
    </dgm:pt>
    <dgm:pt modelId="{3A2782BC-1816-435C-9188-B9673A302788}" type="pres">
      <dgm:prSet presAssocID="{16F0354B-6822-4D94-97AC-25460F6E3D76}" presName="rootConnector" presStyleLbl="node2" presStyleIdx="0" presStyleCnt="5"/>
      <dgm:spPr/>
    </dgm:pt>
    <dgm:pt modelId="{28C034C1-D3F2-4237-B1DE-5BB379962BC5}" type="pres">
      <dgm:prSet presAssocID="{16F0354B-6822-4D94-97AC-25460F6E3D76}" presName="hierChild4" presStyleCnt="0"/>
      <dgm:spPr/>
    </dgm:pt>
    <dgm:pt modelId="{86D24907-C9AB-4D55-9496-370FC0C90CA8}" type="pres">
      <dgm:prSet presAssocID="{16F0354B-6822-4D94-97AC-25460F6E3D76}" presName="hierChild5" presStyleCnt="0"/>
      <dgm:spPr/>
    </dgm:pt>
    <dgm:pt modelId="{2AA2BF53-E202-4F3E-A8B8-3E673016A932}" type="pres">
      <dgm:prSet presAssocID="{C8669E48-AD9E-4198-84B7-28CB8BE2C853}" presName="Name64" presStyleLbl="parChTrans1D2" presStyleIdx="1" presStyleCnt="5"/>
      <dgm:spPr/>
    </dgm:pt>
    <dgm:pt modelId="{8D08B426-E9D1-4139-ACF2-1DF77E52C357}" type="pres">
      <dgm:prSet presAssocID="{94DB5B62-5D7E-48B2-A1A8-28D226D856B2}" presName="hierRoot2" presStyleCnt="0">
        <dgm:presLayoutVars>
          <dgm:hierBranch val="init"/>
        </dgm:presLayoutVars>
      </dgm:prSet>
      <dgm:spPr/>
    </dgm:pt>
    <dgm:pt modelId="{DC9AB1FA-112D-4800-B52C-075DFBEB6B33}" type="pres">
      <dgm:prSet presAssocID="{94DB5B62-5D7E-48B2-A1A8-28D226D856B2}" presName="rootComposite" presStyleCnt="0"/>
      <dgm:spPr/>
    </dgm:pt>
    <dgm:pt modelId="{D21DB170-4E26-4B69-96B0-C76C4CDDBD44}" type="pres">
      <dgm:prSet presAssocID="{94DB5B62-5D7E-48B2-A1A8-28D226D856B2}" presName="rootText" presStyleLbl="node2" presStyleIdx="1" presStyleCnt="5">
        <dgm:presLayoutVars>
          <dgm:chPref val="3"/>
        </dgm:presLayoutVars>
      </dgm:prSet>
      <dgm:spPr/>
    </dgm:pt>
    <dgm:pt modelId="{80EAD3A4-C866-4558-B14A-E3CB5E211249}" type="pres">
      <dgm:prSet presAssocID="{94DB5B62-5D7E-48B2-A1A8-28D226D856B2}" presName="rootConnector" presStyleLbl="node2" presStyleIdx="1" presStyleCnt="5"/>
      <dgm:spPr/>
    </dgm:pt>
    <dgm:pt modelId="{E85FEF55-0096-49DC-B28E-7348EB115146}" type="pres">
      <dgm:prSet presAssocID="{94DB5B62-5D7E-48B2-A1A8-28D226D856B2}" presName="hierChild4" presStyleCnt="0"/>
      <dgm:spPr/>
    </dgm:pt>
    <dgm:pt modelId="{6EDC630A-740F-47D6-B8AE-732CF831E85C}" type="pres">
      <dgm:prSet presAssocID="{94DB5B62-5D7E-48B2-A1A8-28D226D856B2}" presName="hierChild5" presStyleCnt="0"/>
      <dgm:spPr/>
    </dgm:pt>
    <dgm:pt modelId="{28A890CE-4537-440A-BD43-35A16E9E7F5A}" type="pres">
      <dgm:prSet presAssocID="{4C5DE75E-526F-451C-84C6-F7A926977124}" presName="Name64" presStyleLbl="parChTrans1D2" presStyleIdx="2" presStyleCnt="5"/>
      <dgm:spPr/>
    </dgm:pt>
    <dgm:pt modelId="{91F056DD-D24A-422C-9057-90753286E05D}" type="pres">
      <dgm:prSet presAssocID="{E5CB128A-1411-4160-9D3D-37F9026C654B}" presName="hierRoot2" presStyleCnt="0">
        <dgm:presLayoutVars>
          <dgm:hierBranch val="init"/>
        </dgm:presLayoutVars>
      </dgm:prSet>
      <dgm:spPr/>
    </dgm:pt>
    <dgm:pt modelId="{0BF315ED-A871-4E3C-ABD4-9FB6C193F409}" type="pres">
      <dgm:prSet presAssocID="{E5CB128A-1411-4160-9D3D-37F9026C654B}" presName="rootComposite" presStyleCnt="0"/>
      <dgm:spPr/>
    </dgm:pt>
    <dgm:pt modelId="{0AD58EF7-C899-4482-99D8-8746AE7765C0}" type="pres">
      <dgm:prSet presAssocID="{E5CB128A-1411-4160-9D3D-37F9026C654B}" presName="rootText" presStyleLbl="node2" presStyleIdx="2" presStyleCnt="5">
        <dgm:presLayoutVars>
          <dgm:chPref val="3"/>
        </dgm:presLayoutVars>
      </dgm:prSet>
      <dgm:spPr/>
    </dgm:pt>
    <dgm:pt modelId="{5B31342F-BF77-4413-9BA1-302EE12A59C9}" type="pres">
      <dgm:prSet presAssocID="{E5CB128A-1411-4160-9D3D-37F9026C654B}" presName="rootConnector" presStyleLbl="node2" presStyleIdx="2" presStyleCnt="5"/>
      <dgm:spPr/>
    </dgm:pt>
    <dgm:pt modelId="{8828E943-FA31-4A7F-8B32-BF08A4B748F4}" type="pres">
      <dgm:prSet presAssocID="{E5CB128A-1411-4160-9D3D-37F9026C654B}" presName="hierChild4" presStyleCnt="0"/>
      <dgm:spPr/>
    </dgm:pt>
    <dgm:pt modelId="{7A3B44B3-5439-4882-92DA-D59CB3E3D949}" type="pres">
      <dgm:prSet presAssocID="{E5CB128A-1411-4160-9D3D-37F9026C654B}" presName="hierChild5" presStyleCnt="0"/>
      <dgm:spPr/>
    </dgm:pt>
    <dgm:pt modelId="{EF442A2C-46CA-4442-9060-1E1BA06FAC67}" type="pres">
      <dgm:prSet presAssocID="{C3F36658-5FE4-4A96-AAD7-8B60B7B08EFE}" presName="Name64" presStyleLbl="parChTrans1D2" presStyleIdx="3" presStyleCnt="5"/>
      <dgm:spPr/>
    </dgm:pt>
    <dgm:pt modelId="{BD43C4D5-AE91-4980-BFE6-D6D068634455}" type="pres">
      <dgm:prSet presAssocID="{BA755002-EB64-4475-B129-D325B5CE03C4}" presName="hierRoot2" presStyleCnt="0">
        <dgm:presLayoutVars>
          <dgm:hierBranch val="init"/>
        </dgm:presLayoutVars>
      </dgm:prSet>
      <dgm:spPr/>
    </dgm:pt>
    <dgm:pt modelId="{007551A7-66AB-49E8-8577-918E2109A6F8}" type="pres">
      <dgm:prSet presAssocID="{BA755002-EB64-4475-B129-D325B5CE03C4}" presName="rootComposite" presStyleCnt="0"/>
      <dgm:spPr/>
    </dgm:pt>
    <dgm:pt modelId="{AD1DC562-D016-4C1F-9F95-CF8DF9319CF1}" type="pres">
      <dgm:prSet presAssocID="{BA755002-EB64-4475-B129-D325B5CE03C4}" presName="rootText" presStyleLbl="node2" presStyleIdx="3" presStyleCnt="5">
        <dgm:presLayoutVars>
          <dgm:chPref val="3"/>
        </dgm:presLayoutVars>
      </dgm:prSet>
      <dgm:spPr/>
    </dgm:pt>
    <dgm:pt modelId="{460ED742-A19A-4F38-A502-6234E485D3AB}" type="pres">
      <dgm:prSet presAssocID="{BA755002-EB64-4475-B129-D325B5CE03C4}" presName="rootConnector" presStyleLbl="node2" presStyleIdx="3" presStyleCnt="5"/>
      <dgm:spPr/>
    </dgm:pt>
    <dgm:pt modelId="{D3836C6D-BCF3-43A6-B46E-C3C6AAEF8ED8}" type="pres">
      <dgm:prSet presAssocID="{BA755002-EB64-4475-B129-D325B5CE03C4}" presName="hierChild4" presStyleCnt="0"/>
      <dgm:spPr/>
    </dgm:pt>
    <dgm:pt modelId="{66B936BA-907D-45C6-8B07-8E5FCE4038D2}" type="pres">
      <dgm:prSet presAssocID="{BA755002-EB64-4475-B129-D325B5CE03C4}" presName="hierChild5" presStyleCnt="0"/>
      <dgm:spPr/>
    </dgm:pt>
    <dgm:pt modelId="{22B58589-5E01-4299-8F9F-19057B89C9D9}" type="pres">
      <dgm:prSet presAssocID="{DF0ABA80-1BC5-4DCB-83A5-1784B84A25E8}" presName="Name64" presStyleLbl="parChTrans1D2" presStyleIdx="4" presStyleCnt="5"/>
      <dgm:spPr/>
    </dgm:pt>
    <dgm:pt modelId="{BA057C9A-B1A5-4208-BBB2-238328B4B916}" type="pres">
      <dgm:prSet presAssocID="{A97DF2FF-1968-4568-8BBA-B06E8D8301BD}" presName="hierRoot2" presStyleCnt="0">
        <dgm:presLayoutVars>
          <dgm:hierBranch val="init"/>
        </dgm:presLayoutVars>
      </dgm:prSet>
      <dgm:spPr/>
    </dgm:pt>
    <dgm:pt modelId="{046C56EC-A40A-4292-BDBD-9AE8EFF953A1}" type="pres">
      <dgm:prSet presAssocID="{A97DF2FF-1968-4568-8BBA-B06E8D8301BD}" presName="rootComposite" presStyleCnt="0"/>
      <dgm:spPr/>
    </dgm:pt>
    <dgm:pt modelId="{ED86901E-6DD2-4E45-9045-5FD3955A8412}" type="pres">
      <dgm:prSet presAssocID="{A97DF2FF-1968-4568-8BBA-B06E8D8301BD}" presName="rootText" presStyleLbl="node2" presStyleIdx="4" presStyleCnt="5">
        <dgm:presLayoutVars>
          <dgm:chPref val="3"/>
        </dgm:presLayoutVars>
      </dgm:prSet>
      <dgm:spPr/>
    </dgm:pt>
    <dgm:pt modelId="{D87DB1E6-448F-41E1-B97E-5E2CAEBD6678}" type="pres">
      <dgm:prSet presAssocID="{A97DF2FF-1968-4568-8BBA-B06E8D8301BD}" presName="rootConnector" presStyleLbl="node2" presStyleIdx="4" presStyleCnt="5"/>
      <dgm:spPr/>
    </dgm:pt>
    <dgm:pt modelId="{95BCE0A6-5328-4936-85F4-76B74CF22EE6}" type="pres">
      <dgm:prSet presAssocID="{A97DF2FF-1968-4568-8BBA-B06E8D8301BD}" presName="hierChild4" presStyleCnt="0"/>
      <dgm:spPr/>
    </dgm:pt>
    <dgm:pt modelId="{2BCFF453-E66B-4BA1-94C8-7741C2B94F80}" type="pres">
      <dgm:prSet presAssocID="{A97DF2FF-1968-4568-8BBA-B06E8D8301BD}" presName="hierChild5" presStyleCnt="0"/>
      <dgm:spPr/>
    </dgm:pt>
    <dgm:pt modelId="{257F50E1-7132-4373-8AA0-0DD9C1098172}" type="pres">
      <dgm:prSet presAssocID="{517FD193-8C79-4DF8-901D-933538FFA784}" presName="hierChild3" presStyleCnt="0"/>
      <dgm:spPr/>
    </dgm:pt>
  </dgm:ptLst>
  <dgm:cxnLst>
    <dgm:cxn modelId="{97E78404-F2EB-47D0-8269-4A7749F1C776}" type="presOf" srcId="{94DB5B62-5D7E-48B2-A1A8-28D226D856B2}" destId="{D21DB170-4E26-4B69-96B0-C76C4CDDBD44}" srcOrd="0" destOrd="0" presId="urn:microsoft.com/office/officeart/2009/3/layout/HorizontalOrganizationChart"/>
    <dgm:cxn modelId="{65AB351B-B892-4E74-A789-C7D075DD1512}" type="presOf" srcId="{517FD193-8C79-4DF8-901D-933538FFA784}" destId="{30DA7BA3-A153-4CF1-9293-3A94B37DA567}" srcOrd="1" destOrd="0" presId="urn:microsoft.com/office/officeart/2009/3/layout/HorizontalOrganizationChart"/>
    <dgm:cxn modelId="{59DFF222-A2BB-46B1-B47E-DF082C1D4BF5}" srcId="{517FD193-8C79-4DF8-901D-933538FFA784}" destId="{16F0354B-6822-4D94-97AC-25460F6E3D76}" srcOrd="0" destOrd="0" parTransId="{2232A805-0A75-46C4-BA37-43A8C5EB3F6F}" sibTransId="{89426077-57EA-48A6-9AA5-E3A21E150FDA}"/>
    <dgm:cxn modelId="{9AE32123-EC5F-47B1-81BD-3A15984430D1}" srcId="{2A717DB2-E5AC-40C7-AB00-BC39D0D48C10}" destId="{517FD193-8C79-4DF8-901D-933538FFA784}" srcOrd="0" destOrd="0" parTransId="{B8669A38-8ED3-4CB6-B337-CD22F4527A4E}" sibTransId="{A476F093-0BF6-4A9F-8379-7A32879694D8}"/>
    <dgm:cxn modelId="{BC17E42F-FE0A-48FA-A043-79E7478278CF}" srcId="{517FD193-8C79-4DF8-901D-933538FFA784}" destId="{BA755002-EB64-4475-B129-D325B5CE03C4}" srcOrd="3" destOrd="0" parTransId="{C3F36658-5FE4-4A96-AAD7-8B60B7B08EFE}" sibTransId="{EE47EF58-A43C-479E-9BCB-26BEA3AEB18D}"/>
    <dgm:cxn modelId="{8F461E33-7874-4EFA-A632-97607ED9E91B}" type="presOf" srcId="{517FD193-8C79-4DF8-901D-933538FFA784}" destId="{AA3A499E-F4B6-4C0B-AB4A-3DB99905682D}" srcOrd="0" destOrd="0" presId="urn:microsoft.com/office/officeart/2009/3/layout/HorizontalOrganizationChart"/>
    <dgm:cxn modelId="{14BD773A-0799-4EB3-A2A9-EC6BF4B75F62}" type="presOf" srcId="{4C5DE75E-526F-451C-84C6-F7A926977124}" destId="{28A890CE-4537-440A-BD43-35A16E9E7F5A}" srcOrd="0" destOrd="0" presId="urn:microsoft.com/office/officeart/2009/3/layout/HorizontalOrganizationChart"/>
    <dgm:cxn modelId="{A7810966-264B-4B33-9410-A5B3CEB59131}" type="presOf" srcId="{16F0354B-6822-4D94-97AC-25460F6E3D76}" destId="{76BBE330-281A-4612-A145-5558E24E2BEF}" srcOrd="0" destOrd="0" presId="urn:microsoft.com/office/officeart/2009/3/layout/HorizontalOrganizationChart"/>
    <dgm:cxn modelId="{F3884B4A-33F8-42AC-B8AE-34DC17F2E7D5}" srcId="{517FD193-8C79-4DF8-901D-933538FFA784}" destId="{94DB5B62-5D7E-48B2-A1A8-28D226D856B2}" srcOrd="1" destOrd="0" parTransId="{C8669E48-AD9E-4198-84B7-28CB8BE2C853}" sibTransId="{ED689E60-CAD0-4D93-9612-FDFB8EEADEDA}"/>
    <dgm:cxn modelId="{F833CC4B-FFB2-4734-A08C-0356F8ABC16D}" type="presOf" srcId="{E5CB128A-1411-4160-9D3D-37F9026C654B}" destId="{5B31342F-BF77-4413-9BA1-302EE12A59C9}" srcOrd="1" destOrd="0" presId="urn:microsoft.com/office/officeart/2009/3/layout/HorizontalOrganizationChart"/>
    <dgm:cxn modelId="{D4DA7F70-388B-4F21-BE5D-450D37F961A9}" srcId="{517FD193-8C79-4DF8-901D-933538FFA784}" destId="{E5CB128A-1411-4160-9D3D-37F9026C654B}" srcOrd="2" destOrd="0" parTransId="{4C5DE75E-526F-451C-84C6-F7A926977124}" sibTransId="{67347C94-982F-4D18-87E9-174EADCA784D}"/>
    <dgm:cxn modelId="{4298FF50-058D-444E-9DDE-7E6F054030C8}" type="presOf" srcId="{A97DF2FF-1968-4568-8BBA-B06E8D8301BD}" destId="{D87DB1E6-448F-41E1-B97E-5E2CAEBD6678}" srcOrd="1" destOrd="0" presId="urn:microsoft.com/office/officeart/2009/3/layout/HorizontalOrganizationChart"/>
    <dgm:cxn modelId="{D3CB2B7E-C3A5-4D36-B7AC-7AD6630DC7F4}" type="presOf" srcId="{2A717DB2-E5AC-40C7-AB00-BC39D0D48C10}" destId="{49EAE7F4-8FB5-4F3C-9EC9-6529361FE6DF}" srcOrd="0" destOrd="0" presId="urn:microsoft.com/office/officeart/2009/3/layout/HorizontalOrganizationChart"/>
    <dgm:cxn modelId="{F1A57D92-E1A8-4B30-9E63-A7EF610DF208}" type="presOf" srcId="{16F0354B-6822-4D94-97AC-25460F6E3D76}" destId="{3A2782BC-1816-435C-9188-B9673A302788}" srcOrd="1" destOrd="0" presId="urn:microsoft.com/office/officeart/2009/3/layout/HorizontalOrganizationChart"/>
    <dgm:cxn modelId="{CE363B96-DC70-4BF1-98B1-282D548F2F48}" type="presOf" srcId="{A97DF2FF-1968-4568-8BBA-B06E8D8301BD}" destId="{ED86901E-6DD2-4E45-9045-5FD3955A8412}" srcOrd="0" destOrd="0" presId="urn:microsoft.com/office/officeart/2009/3/layout/HorizontalOrganizationChart"/>
    <dgm:cxn modelId="{777206AD-97E2-40DD-8408-26ADDB0BA53A}" type="presOf" srcId="{2232A805-0A75-46C4-BA37-43A8C5EB3F6F}" destId="{0B0A3659-01BD-4721-A157-BDFB4C876622}" srcOrd="0" destOrd="0" presId="urn:microsoft.com/office/officeart/2009/3/layout/HorizontalOrganizationChart"/>
    <dgm:cxn modelId="{13A820B3-7C16-4F8A-AE87-279138E7C530}" type="presOf" srcId="{94DB5B62-5D7E-48B2-A1A8-28D226D856B2}" destId="{80EAD3A4-C866-4558-B14A-E3CB5E211249}" srcOrd="1" destOrd="0" presId="urn:microsoft.com/office/officeart/2009/3/layout/HorizontalOrganizationChart"/>
    <dgm:cxn modelId="{EADC8DB6-91F5-4B98-A82B-6479CF9AD5A4}" type="presOf" srcId="{BA755002-EB64-4475-B129-D325B5CE03C4}" destId="{AD1DC562-D016-4C1F-9F95-CF8DF9319CF1}" srcOrd="0" destOrd="0" presId="urn:microsoft.com/office/officeart/2009/3/layout/HorizontalOrganizationChart"/>
    <dgm:cxn modelId="{3337EDBB-BADB-4738-A376-EDDA5E3A2005}" type="presOf" srcId="{BA755002-EB64-4475-B129-D325B5CE03C4}" destId="{460ED742-A19A-4F38-A502-6234E485D3AB}" srcOrd="1" destOrd="0" presId="urn:microsoft.com/office/officeart/2009/3/layout/HorizontalOrganizationChart"/>
    <dgm:cxn modelId="{FC1A02CA-3CF3-4E2D-98BB-B4FF4E5141BC}" type="presOf" srcId="{C8669E48-AD9E-4198-84B7-28CB8BE2C853}" destId="{2AA2BF53-E202-4F3E-A8B8-3E673016A932}" srcOrd="0" destOrd="0" presId="urn:microsoft.com/office/officeart/2009/3/layout/HorizontalOrganizationChart"/>
    <dgm:cxn modelId="{09B831CB-ECD2-4984-867C-4ACE386F33F4}" type="presOf" srcId="{DF0ABA80-1BC5-4DCB-83A5-1784B84A25E8}" destId="{22B58589-5E01-4299-8F9F-19057B89C9D9}" srcOrd="0" destOrd="0" presId="urn:microsoft.com/office/officeart/2009/3/layout/HorizontalOrganizationChart"/>
    <dgm:cxn modelId="{E3BDDBCC-0292-43EB-9DEB-20BB8AEEE0C6}" type="presOf" srcId="{E5CB128A-1411-4160-9D3D-37F9026C654B}" destId="{0AD58EF7-C899-4482-99D8-8746AE7765C0}" srcOrd="0" destOrd="0" presId="urn:microsoft.com/office/officeart/2009/3/layout/HorizontalOrganizationChart"/>
    <dgm:cxn modelId="{D6433DD6-8113-4643-B901-AC8943BA1A92}" srcId="{517FD193-8C79-4DF8-901D-933538FFA784}" destId="{A97DF2FF-1968-4568-8BBA-B06E8D8301BD}" srcOrd="4" destOrd="0" parTransId="{DF0ABA80-1BC5-4DCB-83A5-1784B84A25E8}" sibTransId="{F84B756D-E998-4347-A5FE-6BC0F777C012}"/>
    <dgm:cxn modelId="{F1EB6AD8-2BB6-4B82-9BD4-86C4FB52E99B}" type="presOf" srcId="{C3F36658-5FE4-4A96-AAD7-8B60B7B08EFE}" destId="{EF442A2C-46CA-4442-9060-1E1BA06FAC67}" srcOrd="0" destOrd="0" presId="urn:microsoft.com/office/officeart/2009/3/layout/HorizontalOrganizationChart"/>
    <dgm:cxn modelId="{FBDFD167-FC18-46B5-BE81-4E2798DEBEB7}" type="presParOf" srcId="{49EAE7F4-8FB5-4F3C-9EC9-6529361FE6DF}" destId="{8E51808A-A5D2-4B8B-A693-F6502BA384D2}" srcOrd="0" destOrd="0" presId="urn:microsoft.com/office/officeart/2009/3/layout/HorizontalOrganizationChart"/>
    <dgm:cxn modelId="{692C4001-4077-437A-BEB7-2C72457484D6}" type="presParOf" srcId="{8E51808A-A5D2-4B8B-A693-F6502BA384D2}" destId="{5EC1EBB4-24E4-43FF-A479-8A71315DED4B}" srcOrd="0" destOrd="0" presId="urn:microsoft.com/office/officeart/2009/3/layout/HorizontalOrganizationChart"/>
    <dgm:cxn modelId="{DC424E24-C906-4349-99F7-9BE815E97644}" type="presParOf" srcId="{5EC1EBB4-24E4-43FF-A479-8A71315DED4B}" destId="{AA3A499E-F4B6-4C0B-AB4A-3DB99905682D}" srcOrd="0" destOrd="0" presId="urn:microsoft.com/office/officeart/2009/3/layout/HorizontalOrganizationChart"/>
    <dgm:cxn modelId="{0F018A2E-8640-4189-A657-EA27E7F1CAF9}" type="presParOf" srcId="{5EC1EBB4-24E4-43FF-A479-8A71315DED4B}" destId="{30DA7BA3-A153-4CF1-9293-3A94B37DA567}" srcOrd="1" destOrd="0" presId="urn:microsoft.com/office/officeart/2009/3/layout/HorizontalOrganizationChart"/>
    <dgm:cxn modelId="{5B40AAC9-18A1-404B-B3FC-1D967386913A}" type="presParOf" srcId="{8E51808A-A5D2-4B8B-A693-F6502BA384D2}" destId="{BD82A428-695B-44DD-BEA4-C4D1085009DB}" srcOrd="1" destOrd="0" presId="urn:microsoft.com/office/officeart/2009/3/layout/HorizontalOrganizationChart"/>
    <dgm:cxn modelId="{E85EB9AE-1127-4CA0-A4BF-5FDF51997932}" type="presParOf" srcId="{BD82A428-695B-44DD-BEA4-C4D1085009DB}" destId="{0B0A3659-01BD-4721-A157-BDFB4C876622}" srcOrd="0" destOrd="0" presId="urn:microsoft.com/office/officeart/2009/3/layout/HorizontalOrganizationChart"/>
    <dgm:cxn modelId="{836819F0-A66E-4F6F-B51F-109802E609E0}" type="presParOf" srcId="{BD82A428-695B-44DD-BEA4-C4D1085009DB}" destId="{677429C8-EA31-4C4D-8427-60512DBEC19A}" srcOrd="1" destOrd="0" presId="urn:microsoft.com/office/officeart/2009/3/layout/HorizontalOrganizationChart"/>
    <dgm:cxn modelId="{D19C88F2-96D2-4100-8430-935BC8C82C82}" type="presParOf" srcId="{677429C8-EA31-4C4D-8427-60512DBEC19A}" destId="{19CFC71A-E338-417D-9975-7D284C487348}" srcOrd="0" destOrd="0" presId="urn:microsoft.com/office/officeart/2009/3/layout/HorizontalOrganizationChart"/>
    <dgm:cxn modelId="{17B96D92-ED2B-4FCF-B225-6FB6BA03F09E}" type="presParOf" srcId="{19CFC71A-E338-417D-9975-7D284C487348}" destId="{76BBE330-281A-4612-A145-5558E24E2BEF}" srcOrd="0" destOrd="0" presId="urn:microsoft.com/office/officeart/2009/3/layout/HorizontalOrganizationChart"/>
    <dgm:cxn modelId="{BB2525C9-044A-41A9-B2D2-8EF8E0B95216}" type="presParOf" srcId="{19CFC71A-E338-417D-9975-7D284C487348}" destId="{3A2782BC-1816-435C-9188-B9673A302788}" srcOrd="1" destOrd="0" presId="urn:microsoft.com/office/officeart/2009/3/layout/HorizontalOrganizationChart"/>
    <dgm:cxn modelId="{3DD92A48-889D-4E61-8F7F-447FA4A07D8F}" type="presParOf" srcId="{677429C8-EA31-4C4D-8427-60512DBEC19A}" destId="{28C034C1-D3F2-4237-B1DE-5BB379962BC5}" srcOrd="1" destOrd="0" presId="urn:microsoft.com/office/officeart/2009/3/layout/HorizontalOrganizationChart"/>
    <dgm:cxn modelId="{BC1108DB-6EF5-4333-BDFE-3D22FB4782F4}" type="presParOf" srcId="{677429C8-EA31-4C4D-8427-60512DBEC19A}" destId="{86D24907-C9AB-4D55-9496-370FC0C90CA8}" srcOrd="2" destOrd="0" presId="urn:microsoft.com/office/officeart/2009/3/layout/HorizontalOrganizationChart"/>
    <dgm:cxn modelId="{D05EDAB5-E7CC-4F13-9E91-8F75C6F8497A}" type="presParOf" srcId="{BD82A428-695B-44DD-BEA4-C4D1085009DB}" destId="{2AA2BF53-E202-4F3E-A8B8-3E673016A932}" srcOrd="2" destOrd="0" presId="urn:microsoft.com/office/officeart/2009/3/layout/HorizontalOrganizationChart"/>
    <dgm:cxn modelId="{4813F61C-8E7E-4723-9D61-60AEC66799E6}" type="presParOf" srcId="{BD82A428-695B-44DD-BEA4-C4D1085009DB}" destId="{8D08B426-E9D1-4139-ACF2-1DF77E52C357}" srcOrd="3" destOrd="0" presId="urn:microsoft.com/office/officeart/2009/3/layout/HorizontalOrganizationChart"/>
    <dgm:cxn modelId="{01C42B2A-E065-4508-B5CE-BD0A5E5E065F}" type="presParOf" srcId="{8D08B426-E9D1-4139-ACF2-1DF77E52C357}" destId="{DC9AB1FA-112D-4800-B52C-075DFBEB6B33}" srcOrd="0" destOrd="0" presId="urn:microsoft.com/office/officeart/2009/3/layout/HorizontalOrganizationChart"/>
    <dgm:cxn modelId="{39585DDA-A12A-4855-A558-4441340010BC}" type="presParOf" srcId="{DC9AB1FA-112D-4800-B52C-075DFBEB6B33}" destId="{D21DB170-4E26-4B69-96B0-C76C4CDDBD44}" srcOrd="0" destOrd="0" presId="urn:microsoft.com/office/officeart/2009/3/layout/HorizontalOrganizationChart"/>
    <dgm:cxn modelId="{5FAD41CD-5E92-4D75-9A01-5F590AB5E40A}" type="presParOf" srcId="{DC9AB1FA-112D-4800-B52C-075DFBEB6B33}" destId="{80EAD3A4-C866-4558-B14A-E3CB5E211249}" srcOrd="1" destOrd="0" presId="urn:microsoft.com/office/officeart/2009/3/layout/HorizontalOrganizationChart"/>
    <dgm:cxn modelId="{647BF066-AD3B-42AC-89A9-78A87623413B}" type="presParOf" srcId="{8D08B426-E9D1-4139-ACF2-1DF77E52C357}" destId="{E85FEF55-0096-49DC-B28E-7348EB115146}" srcOrd="1" destOrd="0" presId="urn:microsoft.com/office/officeart/2009/3/layout/HorizontalOrganizationChart"/>
    <dgm:cxn modelId="{53A79143-0207-4391-B8FC-C8132F6585D2}" type="presParOf" srcId="{8D08B426-E9D1-4139-ACF2-1DF77E52C357}" destId="{6EDC630A-740F-47D6-B8AE-732CF831E85C}" srcOrd="2" destOrd="0" presId="urn:microsoft.com/office/officeart/2009/3/layout/HorizontalOrganizationChart"/>
    <dgm:cxn modelId="{4DF6602A-B47E-44C8-9DC9-8C1C785C4481}" type="presParOf" srcId="{BD82A428-695B-44DD-BEA4-C4D1085009DB}" destId="{28A890CE-4537-440A-BD43-35A16E9E7F5A}" srcOrd="4" destOrd="0" presId="urn:microsoft.com/office/officeart/2009/3/layout/HorizontalOrganizationChart"/>
    <dgm:cxn modelId="{56E16845-D901-48AC-B650-9144D2A38695}" type="presParOf" srcId="{BD82A428-695B-44DD-BEA4-C4D1085009DB}" destId="{91F056DD-D24A-422C-9057-90753286E05D}" srcOrd="5" destOrd="0" presId="urn:microsoft.com/office/officeart/2009/3/layout/HorizontalOrganizationChart"/>
    <dgm:cxn modelId="{A580745B-C55A-4CB2-9D79-2922102ACF78}" type="presParOf" srcId="{91F056DD-D24A-422C-9057-90753286E05D}" destId="{0BF315ED-A871-4E3C-ABD4-9FB6C193F409}" srcOrd="0" destOrd="0" presId="urn:microsoft.com/office/officeart/2009/3/layout/HorizontalOrganizationChart"/>
    <dgm:cxn modelId="{95CCF739-2BFE-4D6E-B2F6-60F2BFF2DE01}" type="presParOf" srcId="{0BF315ED-A871-4E3C-ABD4-9FB6C193F409}" destId="{0AD58EF7-C899-4482-99D8-8746AE7765C0}" srcOrd="0" destOrd="0" presId="urn:microsoft.com/office/officeart/2009/3/layout/HorizontalOrganizationChart"/>
    <dgm:cxn modelId="{FC3A0655-8B29-4D06-A690-84B25D1B3FC1}" type="presParOf" srcId="{0BF315ED-A871-4E3C-ABD4-9FB6C193F409}" destId="{5B31342F-BF77-4413-9BA1-302EE12A59C9}" srcOrd="1" destOrd="0" presId="urn:microsoft.com/office/officeart/2009/3/layout/HorizontalOrganizationChart"/>
    <dgm:cxn modelId="{DAF40CE5-0CA8-4EB1-8C44-45C3947767BA}" type="presParOf" srcId="{91F056DD-D24A-422C-9057-90753286E05D}" destId="{8828E943-FA31-4A7F-8B32-BF08A4B748F4}" srcOrd="1" destOrd="0" presId="urn:microsoft.com/office/officeart/2009/3/layout/HorizontalOrganizationChart"/>
    <dgm:cxn modelId="{FE3C63D2-A31D-47A4-A603-67C20EAF72EA}" type="presParOf" srcId="{91F056DD-D24A-422C-9057-90753286E05D}" destId="{7A3B44B3-5439-4882-92DA-D59CB3E3D949}" srcOrd="2" destOrd="0" presId="urn:microsoft.com/office/officeart/2009/3/layout/HorizontalOrganizationChart"/>
    <dgm:cxn modelId="{64B9AAC4-84F9-4F78-8AFE-ADC180218C17}" type="presParOf" srcId="{BD82A428-695B-44DD-BEA4-C4D1085009DB}" destId="{EF442A2C-46CA-4442-9060-1E1BA06FAC67}" srcOrd="6" destOrd="0" presId="urn:microsoft.com/office/officeart/2009/3/layout/HorizontalOrganizationChart"/>
    <dgm:cxn modelId="{38232B39-4459-484B-AE01-952FA1953605}" type="presParOf" srcId="{BD82A428-695B-44DD-BEA4-C4D1085009DB}" destId="{BD43C4D5-AE91-4980-BFE6-D6D068634455}" srcOrd="7" destOrd="0" presId="urn:microsoft.com/office/officeart/2009/3/layout/HorizontalOrganizationChart"/>
    <dgm:cxn modelId="{BEB1FD0C-DA87-4FDE-A68C-3705A0053B62}" type="presParOf" srcId="{BD43C4D5-AE91-4980-BFE6-D6D068634455}" destId="{007551A7-66AB-49E8-8577-918E2109A6F8}" srcOrd="0" destOrd="0" presId="urn:microsoft.com/office/officeart/2009/3/layout/HorizontalOrganizationChart"/>
    <dgm:cxn modelId="{3E868427-EE9D-4B33-99EC-169C30428F3E}" type="presParOf" srcId="{007551A7-66AB-49E8-8577-918E2109A6F8}" destId="{AD1DC562-D016-4C1F-9F95-CF8DF9319CF1}" srcOrd="0" destOrd="0" presId="urn:microsoft.com/office/officeart/2009/3/layout/HorizontalOrganizationChart"/>
    <dgm:cxn modelId="{F55F33DA-88E2-460C-B596-C85F0BB03A97}" type="presParOf" srcId="{007551A7-66AB-49E8-8577-918E2109A6F8}" destId="{460ED742-A19A-4F38-A502-6234E485D3AB}" srcOrd="1" destOrd="0" presId="urn:microsoft.com/office/officeart/2009/3/layout/HorizontalOrganizationChart"/>
    <dgm:cxn modelId="{25E994EC-C881-4140-85EA-A391BB92C647}" type="presParOf" srcId="{BD43C4D5-AE91-4980-BFE6-D6D068634455}" destId="{D3836C6D-BCF3-43A6-B46E-C3C6AAEF8ED8}" srcOrd="1" destOrd="0" presId="urn:microsoft.com/office/officeart/2009/3/layout/HorizontalOrganizationChart"/>
    <dgm:cxn modelId="{E1B3782B-AC11-4E94-9D4B-745EC9AFE76D}" type="presParOf" srcId="{BD43C4D5-AE91-4980-BFE6-D6D068634455}" destId="{66B936BA-907D-45C6-8B07-8E5FCE4038D2}" srcOrd="2" destOrd="0" presId="urn:microsoft.com/office/officeart/2009/3/layout/HorizontalOrganizationChart"/>
    <dgm:cxn modelId="{5ACEA0B3-2025-4849-9520-AAA64E25A89D}" type="presParOf" srcId="{BD82A428-695B-44DD-BEA4-C4D1085009DB}" destId="{22B58589-5E01-4299-8F9F-19057B89C9D9}" srcOrd="8" destOrd="0" presId="urn:microsoft.com/office/officeart/2009/3/layout/HorizontalOrganizationChart"/>
    <dgm:cxn modelId="{BE7BD73F-086C-4A97-9DAA-A8DCD81601DD}" type="presParOf" srcId="{BD82A428-695B-44DD-BEA4-C4D1085009DB}" destId="{BA057C9A-B1A5-4208-BBB2-238328B4B916}" srcOrd="9" destOrd="0" presId="urn:microsoft.com/office/officeart/2009/3/layout/HorizontalOrganizationChart"/>
    <dgm:cxn modelId="{FC88EABE-89EC-4211-941D-821E22AFEE7B}" type="presParOf" srcId="{BA057C9A-B1A5-4208-BBB2-238328B4B916}" destId="{046C56EC-A40A-4292-BDBD-9AE8EFF953A1}" srcOrd="0" destOrd="0" presId="urn:microsoft.com/office/officeart/2009/3/layout/HorizontalOrganizationChart"/>
    <dgm:cxn modelId="{4B8C946A-9295-4EF7-B74B-4380AB8BA457}" type="presParOf" srcId="{046C56EC-A40A-4292-BDBD-9AE8EFF953A1}" destId="{ED86901E-6DD2-4E45-9045-5FD3955A8412}" srcOrd="0" destOrd="0" presId="urn:microsoft.com/office/officeart/2009/3/layout/HorizontalOrganizationChart"/>
    <dgm:cxn modelId="{A615BF7A-5F0F-415A-AE10-D82F04549792}" type="presParOf" srcId="{046C56EC-A40A-4292-BDBD-9AE8EFF953A1}" destId="{D87DB1E6-448F-41E1-B97E-5E2CAEBD6678}" srcOrd="1" destOrd="0" presId="urn:microsoft.com/office/officeart/2009/3/layout/HorizontalOrganizationChart"/>
    <dgm:cxn modelId="{AC6F3547-3C11-4B9D-8C97-18BF8F189286}" type="presParOf" srcId="{BA057C9A-B1A5-4208-BBB2-238328B4B916}" destId="{95BCE0A6-5328-4936-85F4-76B74CF22EE6}" srcOrd="1" destOrd="0" presId="urn:microsoft.com/office/officeart/2009/3/layout/HorizontalOrganizationChart"/>
    <dgm:cxn modelId="{54792EF8-263B-4E0C-B861-E2B0671914F3}" type="presParOf" srcId="{BA057C9A-B1A5-4208-BBB2-238328B4B916}" destId="{2BCFF453-E66B-4BA1-94C8-7741C2B94F80}" srcOrd="2" destOrd="0" presId="urn:microsoft.com/office/officeart/2009/3/layout/HorizontalOrganizationChart"/>
    <dgm:cxn modelId="{770EB95A-3AED-4BB7-A7D1-3A4B24578ECA}" type="presParOf" srcId="{8E51808A-A5D2-4B8B-A693-F6502BA384D2}" destId="{257F50E1-7132-4373-8AA0-0DD9C109817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8C4B01C-269D-4C62-B7A1-34F9D79B6204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F705654-1B35-4916-8635-E7065B0049C9}">
      <dgm:prSet/>
      <dgm:spPr/>
      <dgm:t>
        <a:bodyPr/>
        <a:lstStyle/>
        <a:p>
          <a:r>
            <a:rPr lang="en-US"/>
            <a:t>SharePoint Online:</a:t>
          </a:r>
        </a:p>
      </dgm:t>
    </dgm:pt>
    <dgm:pt modelId="{6DEC80C3-7D9D-4D64-8241-47517CF7A0B6}" type="parTrans" cxnId="{BB164B0A-0893-415C-8B1B-F2EF346DD22F}">
      <dgm:prSet/>
      <dgm:spPr/>
      <dgm:t>
        <a:bodyPr/>
        <a:lstStyle/>
        <a:p>
          <a:endParaRPr lang="en-US"/>
        </a:p>
      </dgm:t>
    </dgm:pt>
    <dgm:pt modelId="{83C23ECC-1902-4E09-A609-0A77FD5A67AE}" type="sibTrans" cxnId="{BB164B0A-0893-415C-8B1B-F2EF346DD22F}">
      <dgm:prSet/>
      <dgm:spPr/>
      <dgm:t>
        <a:bodyPr/>
        <a:lstStyle/>
        <a:p>
          <a:endParaRPr lang="en-US"/>
        </a:p>
      </dgm:t>
    </dgm:pt>
    <dgm:pt modelId="{14C2BFF6-7ACD-4BAF-B92F-4EDE25648C59}">
      <dgm:prSet/>
      <dgm:spPr/>
      <dgm:t>
        <a:bodyPr/>
        <a:lstStyle/>
        <a:p>
          <a:r>
            <a:rPr lang="en-US"/>
            <a:t>Metadata tagging for better search.</a:t>
          </a:r>
        </a:p>
      </dgm:t>
    </dgm:pt>
    <dgm:pt modelId="{F3E5515B-F17C-43CA-80F2-20E368F28569}" type="parTrans" cxnId="{A5202C92-8EE1-4CAC-9423-36C647CFBFF1}">
      <dgm:prSet/>
      <dgm:spPr/>
      <dgm:t>
        <a:bodyPr/>
        <a:lstStyle/>
        <a:p>
          <a:endParaRPr lang="en-US"/>
        </a:p>
      </dgm:t>
    </dgm:pt>
    <dgm:pt modelId="{973A35A5-3B3A-4521-8DDB-753F91F53CF7}" type="sibTrans" cxnId="{A5202C92-8EE1-4CAC-9423-36C647CFBFF1}">
      <dgm:prSet/>
      <dgm:spPr/>
      <dgm:t>
        <a:bodyPr/>
        <a:lstStyle/>
        <a:p>
          <a:endParaRPr lang="en-US"/>
        </a:p>
      </dgm:t>
    </dgm:pt>
    <dgm:pt modelId="{67ED177C-3EC0-4C8F-8BE0-290B284A50EE}">
      <dgm:prSet/>
      <dgm:spPr/>
      <dgm:t>
        <a:bodyPr/>
        <a:lstStyle/>
        <a:p>
          <a:r>
            <a:rPr lang="en-US"/>
            <a:t>Version control and automated approvals.</a:t>
          </a:r>
        </a:p>
      </dgm:t>
    </dgm:pt>
    <dgm:pt modelId="{A8A40D4B-3CE0-4D45-BC69-E9DEBA28FC6E}" type="parTrans" cxnId="{60AC2A64-3CB4-4C7C-939A-D060AFB5E1F8}">
      <dgm:prSet/>
      <dgm:spPr/>
      <dgm:t>
        <a:bodyPr/>
        <a:lstStyle/>
        <a:p>
          <a:endParaRPr lang="en-US"/>
        </a:p>
      </dgm:t>
    </dgm:pt>
    <dgm:pt modelId="{E8054CB0-726A-4787-979F-50606404CF1B}" type="sibTrans" cxnId="{60AC2A64-3CB4-4C7C-939A-D060AFB5E1F8}">
      <dgm:prSet/>
      <dgm:spPr/>
      <dgm:t>
        <a:bodyPr/>
        <a:lstStyle/>
        <a:p>
          <a:endParaRPr lang="en-US"/>
        </a:p>
      </dgm:t>
    </dgm:pt>
    <dgm:pt modelId="{595807F6-1EB6-41F6-B787-89A670A705B0}">
      <dgm:prSet/>
      <dgm:spPr/>
      <dgm:t>
        <a:bodyPr/>
        <a:lstStyle/>
        <a:p>
          <a:r>
            <a:rPr lang="en-US"/>
            <a:t>Microsoft Teams Integration:</a:t>
          </a:r>
        </a:p>
      </dgm:t>
    </dgm:pt>
    <dgm:pt modelId="{21DAC70F-777B-4568-ABD0-33D3E1261C72}" type="parTrans" cxnId="{B96BD4F6-6958-4BB3-9151-0626F9313BF0}">
      <dgm:prSet/>
      <dgm:spPr/>
      <dgm:t>
        <a:bodyPr/>
        <a:lstStyle/>
        <a:p>
          <a:endParaRPr lang="en-US"/>
        </a:p>
      </dgm:t>
    </dgm:pt>
    <dgm:pt modelId="{EBBB9A34-0E0C-4E1D-8357-EC3B7876AB3D}" type="sibTrans" cxnId="{B96BD4F6-6958-4BB3-9151-0626F9313BF0}">
      <dgm:prSet/>
      <dgm:spPr/>
      <dgm:t>
        <a:bodyPr/>
        <a:lstStyle/>
        <a:p>
          <a:endParaRPr lang="en-US"/>
        </a:p>
      </dgm:t>
    </dgm:pt>
    <dgm:pt modelId="{E5EF5C79-0D6A-45F3-8423-069847FEBEF5}">
      <dgm:prSet/>
      <dgm:spPr/>
      <dgm:t>
        <a:bodyPr/>
        <a:lstStyle/>
        <a:p>
          <a:r>
            <a:rPr lang="en-US"/>
            <a:t>Real-time collaboration on projects.</a:t>
          </a:r>
        </a:p>
      </dgm:t>
    </dgm:pt>
    <dgm:pt modelId="{1B38436A-C226-46BD-A52F-044507F70B36}" type="parTrans" cxnId="{3891CD91-8780-4FF4-ABDE-B5B6D485E4DB}">
      <dgm:prSet/>
      <dgm:spPr/>
      <dgm:t>
        <a:bodyPr/>
        <a:lstStyle/>
        <a:p>
          <a:endParaRPr lang="en-US"/>
        </a:p>
      </dgm:t>
    </dgm:pt>
    <dgm:pt modelId="{5AE3D824-4BA6-4667-989E-C8442F4AD383}" type="sibTrans" cxnId="{3891CD91-8780-4FF4-ABDE-B5B6D485E4DB}">
      <dgm:prSet/>
      <dgm:spPr/>
      <dgm:t>
        <a:bodyPr/>
        <a:lstStyle/>
        <a:p>
          <a:endParaRPr lang="en-US"/>
        </a:p>
      </dgm:t>
    </dgm:pt>
    <dgm:pt modelId="{1ECFFF66-F0F4-45B7-B9E4-9017E49CABED}">
      <dgm:prSet/>
      <dgm:spPr/>
      <dgm:t>
        <a:bodyPr/>
        <a:lstStyle/>
        <a:p>
          <a:r>
            <a:rPr lang="en-US"/>
            <a:t>Channels for discussions and document sharing.</a:t>
          </a:r>
        </a:p>
      </dgm:t>
    </dgm:pt>
    <dgm:pt modelId="{8657D9D4-408F-4787-A042-552C4168C2B0}" type="parTrans" cxnId="{3A0E663D-15B9-4470-AB30-397EF666E1F7}">
      <dgm:prSet/>
      <dgm:spPr/>
      <dgm:t>
        <a:bodyPr/>
        <a:lstStyle/>
        <a:p>
          <a:endParaRPr lang="en-US"/>
        </a:p>
      </dgm:t>
    </dgm:pt>
    <dgm:pt modelId="{5CD550D2-8D8B-4DB3-BDD3-F97FD76FBC4F}" type="sibTrans" cxnId="{3A0E663D-15B9-4470-AB30-397EF666E1F7}">
      <dgm:prSet/>
      <dgm:spPr/>
      <dgm:t>
        <a:bodyPr/>
        <a:lstStyle/>
        <a:p>
          <a:endParaRPr lang="en-US"/>
        </a:p>
      </dgm:t>
    </dgm:pt>
    <dgm:pt modelId="{41320B5F-49AA-45B0-B792-FBE96D62D5B1}">
      <dgm:prSet/>
      <dgm:spPr/>
      <dgm:t>
        <a:bodyPr/>
        <a:lstStyle/>
        <a:p>
          <a:r>
            <a:rPr lang="en-US"/>
            <a:t>Power Automate Workflows:</a:t>
          </a:r>
        </a:p>
      </dgm:t>
    </dgm:pt>
    <dgm:pt modelId="{C0DF987E-30BA-4007-8E19-68EDF1A9ADA1}" type="parTrans" cxnId="{D4C33BA4-0BB6-4816-8446-867CD21F4FF0}">
      <dgm:prSet/>
      <dgm:spPr/>
      <dgm:t>
        <a:bodyPr/>
        <a:lstStyle/>
        <a:p>
          <a:endParaRPr lang="en-US"/>
        </a:p>
      </dgm:t>
    </dgm:pt>
    <dgm:pt modelId="{116C37FF-FA72-45F7-A691-1291E90A5526}" type="sibTrans" cxnId="{D4C33BA4-0BB6-4816-8446-867CD21F4FF0}">
      <dgm:prSet/>
      <dgm:spPr/>
      <dgm:t>
        <a:bodyPr/>
        <a:lstStyle/>
        <a:p>
          <a:endParaRPr lang="en-US"/>
        </a:p>
      </dgm:t>
    </dgm:pt>
    <dgm:pt modelId="{4BC0DE84-7608-4FB9-86F7-8CF80D74FB97}">
      <dgm:prSet/>
      <dgm:spPr/>
      <dgm:t>
        <a:bodyPr/>
        <a:lstStyle/>
        <a:p>
          <a:r>
            <a:rPr lang="en-US"/>
            <a:t>Automate document approvals and notifications.</a:t>
          </a:r>
        </a:p>
      </dgm:t>
    </dgm:pt>
    <dgm:pt modelId="{8030C548-19BA-458C-B8C5-2893332F069B}" type="parTrans" cxnId="{315A86DB-4BE1-45DD-A1FB-D3C443208063}">
      <dgm:prSet/>
      <dgm:spPr/>
      <dgm:t>
        <a:bodyPr/>
        <a:lstStyle/>
        <a:p>
          <a:endParaRPr lang="en-US"/>
        </a:p>
      </dgm:t>
    </dgm:pt>
    <dgm:pt modelId="{7C3FDB22-805C-4CFE-B7EB-FD4753CB95AB}" type="sibTrans" cxnId="{315A86DB-4BE1-45DD-A1FB-D3C443208063}">
      <dgm:prSet/>
      <dgm:spPr/>
      <dgm:t>
        <a:bodyPr/>
        <a:lstStyle/>
        <a:p>
          <a:endParaRPr lang="en-US"/>
        </a:p>
      </dgm:t>
    </dgm:pt>
    <dgm:pt modelId="{DFC9C17A-533A-435E-8458-640B62218E30}">
      <dgm:prSet/>
      <dgm:spPr/>
      <dgm:t>
        <a:bodyPr/>
        <a:lstStyle/>
        <a:p>
          <a:r>
            <a:rPr lang="en-US"/>
            <a:t>Streamline equipment transfer requests.</a:t>
          </a:r>
        </a:p>
      </dgm:t>
    </dgm:pt>
    <dgm:pt modelId="{BFE12789-DDA0-4F42-9D41-F66DACE4F6F4}" type="parTrans" cxnId="{61C71FBF-006B-4F8A-AA27-4F7F4A1A8BDE}">
      <dgm:prSet/>
      <dgm:spPr/>
      <dgm:t>
        <a:bodyPr/>
        <a:lstStyle/>
        <a:p>
          <a:endParaRPr lang="en-US"/>
        </a:p>
      </dgm:t>
    </dgm:pt>
    <dgm:pt modelId="{1CC6C22F-2ABB-4A69-94E5-7D6DFF0A827A}" type="sibTrans" cxnId="{61C71FBF-006B-4F8A-AA27-4F7F4A1A8BDE}">
      <dgm:prSet/>
      <dgm:spPr/>
      <dgm:t>
        <a:bodyPr/>
        <a:lstStyle/>
        <a:p>
          <a:endParaRPr lang="en-US"/>
        </a:p>
      </dgm:t>
    </dgm:pt>
    <dgm:pt modelId="{4A9F1C7F-DE00-4097-8519-32DB554CC14C}" type="pres">
      <dgm:prSet presAssocID="{48C4B01C-269D-4C62-B7A1-34F9D79B6204}" presName="linear" presStyleCnt="0">
        <dgm:presLayoutVars>
          <dgm:dir/>
          <dgm:animLvl val="lvl"/>
          <dgm:resizeHandles val="exact"/>
        </dgm:presLayoutVars>
      </dgm:prSet>
      <dgm:spPr/>
    </dgm:pt>
    <dgm:pt modelId="{9181F52D-6DFE-4F31-A447-3BDAA4CAE5DE}" type="pres">
      <dgm:prSet presAssocID="{AF705654-1B35-4916-8635-E7065B0049C9}" presName="parentLin" presStyleCnt="0"/>
      <dgm:spPr/>
    </dgm:pt>
    <dgm:pt modelId="{4D22B9BF-082B-4A38-83C2-583EF65EC7D5}" type="pres">
      <dgm:prSet presAssocID="{AF705654-1B35-4916-8635-E7065B0049C9}" presName="parentLeftMargin" presStyleLbl="node1" presStyleIdx="0" presStyleCnt="3"/>
      <dgm:spPr/>
    </dgm:pt>
    <dgm:pt modelId="{B49F1802-40D3-4B35-9B7D-2218753427CC}" type="pres">
      <dgm:prSet presAssocID="{AF705654-1B35-4916-8635-E7065B0049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AFD200-2CE6-4CAC-9FD9-E1DD274CBCF3}" type="pres">
      <dgm:prSet presAssocID="{AF705654-1B35-4916-8635-E7065B0049C9}" presName="negativeSpace" presStyleCnt="0"/>
      <dgm:spPr/>
    </dgm:pt>
    <dgm:pt modelId="{D87913C6-E8BE-44DF-BA42-9E9C2EE1EC6C}" type="pres">
      <dgm:prSet presAssocID="{AF705654-1B35-4916-8635-E7065B0049C9}" presName="childText" presStyleLbl="conFgAcc1" presStyleIdx="0" presStyleCnt="3">
        <dgm:presLayoutVars>
          <dgm:bulletEnabled val="1"/>
        </dgm:presLayoutVars>
      </dgm:prSet>
      <dgm:spPr/>
    </dgm:pt>
    <dgm:pt modelId="{3D1A60BC-C2E3-486E-B737-4CF68C9D661D}" type="pres">
      <dgm:prSet presAssocID="{83C23ECC-1902-4E09-A609-0A77FD5A67AE}" presName="spaceBetweenRectangles" presStyleCnt="0"/>
      <dgm:spPr/>
    </dgm:pt>
    <dgm:pt modelId="{84D30ED8-35D4-4DCE-B046-60E995EA0E6B}" type="pres">
      <dgm:prSet presAssocID="{595807F6-1EB6-41F6-B787-89A670A705B0}" presName="parentLin" presStyleCnt="0"/>
      <dgm:spPr/>
    </dgm:pt>
    <dgm:pt modelId="{466A56D7-65F3-4C66-B7F2-E19786D0D958}" type="pres">
      <dgm:prSet presAssocID="{595807F6-1EB6-41F6-B787-89A670A705B0}" presName="parentLeftMargin" presStyleLbl="node1" presStyleIdx="0" presStyleCnt="3"/>
      <dgm:spPr/>
    </dgm:pt>
    <dgm:pt modelId="{346C5625-A6AC-43E6-B797-84667C384252}" type="pres">
      <dgm:prSet presAssocID="{595807F6-1EB6-41F6-B787-89A670A705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F0375D-FCF0-405F-9674-2F6A3C0152C6}" type="pres">
      <dgm:prSet presAssocID="{595807F6-1EB6-41F6-B787-89A670A705B0}" presName="negativeSpace" presStyleCnt="0"/>
      <dgm:spPr/>
    </dgm:pt>
    <dgm:pt modelId="{C5AF6571-8A9F-44A2-BB18-B7542C908F77}" type="pres">
      <dgm:prSet presAssocID="{595807F6-1EB6-41F6-B787-89A670A705B0}" presName="childText" presStyleLbl="conFgAcc1" presStyleIdx="1" presStyleCnt="3">
        <dgm:presLayoutVars>
          <dgm:bulletEnabled val="1"/>
        </dgm:presLayoutVars>
      </dgm:prSet>
      <dgm:spPr/>
    </dgm:pt>
    <dgm:pt modelId="{5F5484F4-7DD5-4DFF-B1F6-FA86F1BD3867}" type="pres">
      <dgm:prSet presAssocID="{EBBB9A34-0E0C-4E1D-8357-EC3B7876AB3D}" presName="spaceBetweenRectangles" presStyleCnt="0"/>
      <dgm:spPr/>
    </dgm:pt>
    <dgm:pt modelId="{532EA500-6D5D-4437-8567-937E561569AD}" type="pres">
      <dgm:prSet presAssocID="{41320B5F-49AA-45B0-B792-FBE96D62D5B1}" presName="parentLin" presStyleCnt="0"/>
      <dgm:spPr/>
    </dgm:pt>
    <dgm:pt modelId="{35691BDD-8683-4288-AB37-A87A1860E1C0}" type="pres">
      <dgm:prSet presAssocID="{41320B5F-49AA-45B0-B792-FBE96D62D5B1}" presName="parentLeftMargin" presStyleLbl="node1" presStyleIdx="1" presStyleCnt="3"/>
      <dgm:spPr/>
    </dgm:pt>
    <dgm:pt modelId="{9D3FE4E1-F0A3-4682-91B9-03AA281D84F9}" type="pres">
      <dgm:prSet presAssocID="{41320B5F-49AA-45B0-B792-FBE96D62D5B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2ED01F0-CCC1-4605-9665-3D42472EB02C}" type="pres">
      <dgm:prSet presAssocID="{41320B5F-49AA-45B0-B792-FBE96D62D5B1}" presName="negativeSpace" presStyleCnt="0"/>
      <dgm:spPr/>
    </dgm:pt>
    <dgm:pt modelId="{DA3A75CB-BD47-4AB4-B25C-3E0ACE1F9AE7}" type="pres">
      <dgm:prSet presAssocID="{41320B5F-49AA-45B0-B792-FBE96D62D5B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B164B0A-0893-415C-8B1B-F2EF346DD22F}" srcId="{48C4B01C-269D-4C62-B7A1-34F9D79B6204}" destId="{AF705654-1B35-4916-8635-E7065B0049C9}" srcOrd="0" destOrd="0" parTransId="{6DEC80C3-7D9D-4D64-8241-47517CF7A0B6}" sibTransId="{83C23ECC-1902-4E09-A609-0A77FD5A67AE}"/>
    <dgm:cxn modelId="{287B0327-4983-48F2-B29C-4570CF088268}" type="presOf" srcId="{41320B5F-49AA-45B0-B792-FBE96D62D5B1}" destId="{35691BDD-8683-4288-AB37-A87A1860E1C0}" srcOrd="0" destOrd="0" presId="urn:microsoft.com/office/officeart/2005/8/layout/list1"/>
    <dgm:cxn modelId="{D7108228-67A0-459E-8905-D056F7FCE7A8}" type="presOf" srcId="{48C4B01C-269D-4C62-B7A1-34F9D79B6204}" destId="{4A9F1C7F-DE00-4097-8519-32DB554CC14C}" srcOrd="0" destOrd="0" presId="urn:microsoft.com/office/officeart/2005/8/layout/list1"/>
    <dgm:cxn modelId="{3B4B332A-B449-4FCA-8D0C-FEC95F02167A}" type="presOf" srcId="{AF705654-1B35-4916-8635-E7065B0049C9}" destId="{B49F1802-40D3-4B35-9B7D-2218753427CC}" srcOrd="1" destOrd="0" presId="urn:microsoft.com/office/officeart/2005/8/layout/list1"/>
    <dgm:cxn modelId="{3A0E663D-15B9-4470-AB30-397EF666E1F7}" srcId="{595807F6-1EB6-41F6-B787-89A670A705B0}" destId="{1ECFFF66-F0F4-45B7-B9E4-9017E49CABED}" srcOrd="1" destOrd="0" parTransId="{8657D9D4-408F-4787-A042-552C4168C2B0}" sibTransId="{5CD550D2-8D8B-4DB3-BDD3-F97FD76FBC4F}"/>
    <dgm:cxn modelId="{1C4E315C-C9A1-45DC-9642-23549A72149B}" type="presOf" srcId="{595807F6-1EB6-41F6-B787-89A670A705B0}" destId="{466A56D7-65F3-4C66-B7F2-E19786D0D958}" srcOrd="0" destOrd="0" presId="urn:microsoft.com/office/officeart/2005/8/layout/list1"/>
    <dgm:cxn modelId="{60AC2A64-3CB4-4C7C-939A-D060AFB5E1F8}" srcId="{AF705654-1B35-4916-8635-E7065B0049C9}" destId="{67ED177C-3EC0-4C8F-8BE0-290B284A50EE}" srcOrd="1" destOrd="0" parTransId="{A8A40D4B-3CE0-4D45-BC69-E9DEBA28FC6E}" sibTransId="{E8054CB0-726A-4787-979F-50606404CF1B}"/>
    <dgm:cxn modelId="{F2341B6F-94CB-4148-A7FC-B52B51EAA49D}" type="presOf" srcId="{AF705654-1B35-4916-8635-E7065B0049C9}" destId="{4D22B9BF-082B-4A38-83C2-583EF65EC7D5}" srcOrd="0" destOrd="0" presId="urn:microsoft.com/office/officeart/2005/8/layout/list1"/>
    <dgm:cxn modelId="{F69D1470-ECAF-4583-A00C-9561763A3FC7}" type="presOf" srcId="{41320B5F-49AA-45B0-B792-FBE96D62D5B1}" destId="{9D3FE4E1-F0A3-4682-91B9-03AA281D84F9}" srcOrd="1" destOrd="0" presId="urn:microsoft.com/office/officeart/2005/8/layout/list1"/>
    <dgm:cxn modelId="{3891CD91-8780-4FF4-ABDE-B5B6D485E4DB}" srcId="{595807F6-1EB6-41F6-B787-89A670A705B0}" destId="{E5EF5C79-0D6A-45F3-8423-069847FEBEF5}" srcOrd="0" destOrd="0" parTransId="{1B38436A-C226-46BD-A52F-044507F70B36}" sibTransId="{5AE3D824-4BA6-4667-989E-C8442F4AD383}"/>
    <dgm:cxn modelId="{A5202C92-8EE1-4CAC-9423-36C647CFBFF1}" srcId="{AF705654-1B35-4916-8635-E7065B0049C9}" destId="{14C2BFF6-7ACD-4BAF-B92F-4EDE25648C59}" srcOrd="0" destOrd="0" parTransId="{F3E5515B-F17C-43CA-80F2-20E368F28569}" sibTransId="{973A35A5-3B3A-4521-8DDB-753F91F53CF7}"/>
    <dgm:cxn modelId="{D4C33BA4-0BB6-4816-8446-867CD21F4FF0}" srcId="{48C4B01C-269D-4C62-B7A1-34F9D79B6204}" destId="{41320B5F-49AA-45B0-B792-FBE96D62D5B1}" srcOrd="2" destOrd="0" parTransId="{C0DF987E-30BA-4007-8E19-68EDF1A9ADA1}" sibTransId="{116C37FF-FA72-45F7-A691-1291E90A5526}"/>
    <dgm:cxn modelId="{864AA6AD-B7B3-4DC0-A8C6-53975549CFEE}" type="presOf" srcId="{E5EF5C79-0D6A-45F3-8423-069847FEBEF5}" destId="{C5AF6571-8A9F-44A2-BB18-B7542C908F77}" srcOrd="0" destOrd="0" presId="urn:microsoft.com/office/officeart/2005/8/layout/list1"/>
    <dgm:cxn modelId="{6E744DBD-41B8-48CD-9ABE-1F72E7C122FA}" type="presOf" srcId="{1ECFFF66-F0F4-45B7-B9E4-9017E49CABED}" destId="{C5AF6571-8A9F-44A2-BB18-B7542C908F77}" srcOrd="0" destOrd="1" presId="urn:microsoft.com/office/officeart/2005/8/layout/list1"/>
    <dgm:cxn modelId="{61C71FBF-006B-4F8A-AA27-4F7F4A1A8BDE}" srcId="{41320B5F-49AA-45B0-B792-FBE96D62D5B1}" destId="{DFC9C17A-533A-435E-8458-640B62218E30}" srcOrd="1" destOrd="0" parTransId="{BFE12789-DDA0-4F42-9D41-F66DACE4F6F4}" sibTransId="{1CC6C22F-2ABB-4A69-94E5-7D6DFF0A827A}"/>
    <dgm:cxn modelId="{E4BE48C1-7CD3-4CAB-B8AB-2B679B060D4A}" type="presOf" srcId="{595807F6-1EB6-41F6-B787-89A670A705B0}" destId="{346C5625-A6AC-43E6-B797-84667C384252}" srcOrd="1" destOrd="0" presId="urn:microsoft.com/office/officeart/2005/8/layout/list1"/>
    <dgm:cxn modelId="{45B6EAC1-58C4-4C25-A681-C6BDE64D2BBB}" type="presOf" srcId="{4BC0DE84-7608-4FB9-86F7-8CF80D74FB97}" destId="{DA3A75CB-BD47-4AB4-B25C-3E0ACE1F9AE7}" srcOrd="0" destOrd="0" presId="urn:microsoft.com/office/officeart/2005/8/layout/list1"/>
    <dgm:cxn modelId="{5100F9D3-BC89-43D3-8EE9-CA41BE65D30C}" type="presOf" srcId="{14C2BFF6-7ACD-4BAF-B92F-4EDE25648C59}" destId="{D87913C6-E8BE-44DF-BA42-9E9C2EE1EC6C}" srcOrd="0" destOrd="0" presId="urn:microsoft.com/office/officeart/2005/8/layout/list1"/>
    <dgm:cxn modelId="{315A86DB-4BE1-45DD-A1FB-D3C443208063}" srcId="{41320B5F-49AA-45B0-B792-FBE96D62D5B1}" destId="{4BC0DE84-7608-4FB9-86F7-8CF80D74FB97}" srcOrd="0" destOrd="0" parTransId="{8030C548-19BA-458C-B8C5-2893332F069B}" sibTransId="{7C3FDB22-805C-4CFE-B7EB-FD4753CB95AB}"/>
    <dgm:cxn modelId="{1F0041E9-B7E5-4059-8B47-329E00998166}" type="presOf" srcId="{67ED177C-3EC0-4C8F-8BE0-290B284A50EE}" destId="{D87913C6-E8BE-44DF-BA42-9E9C2EE1EC6C}" srcOrd="0" destOrd="1" presId="urn:microsoft.com/office/officeart/2005/8/layout/list1"/>
    <dgm:cxn modelId="{129C0BEC-B119-439D-950A-BEA1F37042EB}" type="presOf" srcId="{DFC9C17A-533A-435E-8458-640B62218E30}" destId="{DA3A75CB-BD47-4AB4-B25C-3E0ACE1F9AE7}" srcOrd="0" destOrd="1" presId="urn:microsoft.com/office/officeart/2005/8/layout/list1"/>
    <dgm:cxn modelId="{B96BD4F6-6958-4BB3-9151-0626F9313BF0}" srcId="{48C4B01C-269D-4C62-B7A1-34F9D79B6204}" destId="{595807F6-1EB6-41F6-B787-89A670A705B0}" srcOrd="1" destOrd="0" parTransId="{21DAC70F-777B-4568-ABD0-33D3E1261C72}" sibTransId="{EBBB9A34-0E0C-4E1D-8357-EC3B7876AB3D}"/>
    <dgm:cxn modelId="{D862229B-AABA-44FA-93AA-A5A6760DFBB7}" type="presParOf" srcId="{4A9F1C7F-DE00-4097-8519-32DB554CC14C}" destId="{9181F52D-6DFE-4F31-A447-3BDAA4CAE5DE}" srcOrd="0" destOrd="0" presId="urn:microsoft.com/office/officeart/2005/8/layout/list1"/>
    <dgm:cxn modelId="{9E4A41E1-375E-4A5D-ADE0-12886B601A87}" type="presParOf" srcId="{9181F52D-6DFE-4F31-A447-3BDAA4CAE5DE}" destId="{4D22B9BF-082B-4A38-83C2-583EF65EC7D5}" srcOrd="0" destOrd="0" presId="urn:microsoft.com/office/officeart/2005/8/layout/list1"/>
    <dgm:cxn modelId="{2873E525-8D8C-46AD-9B68-BEBF9D35F890}" type="presParOf" srcId="{9181F52D-6DFE-4F31-A447-3BDAA4CAE5DE}" destId="{B49F1802-40D3-4B35-9B7D-2218753427CC}" srcOrd="1" destOrd="0" presId="urn:microsoft.com/office/officeart/2005/8/layout/list1"/>
    <dgm:cxn modelId="{B20E9888-50B8-4F81-9910-27C391665573}" type="presParOf" srcId="{4A9F1C7F-DE00-4097-8519-32DB554CC14C}" destId="{FBAFD200-2CE6-4CAC-9FD9-E1DD274CBCF3}" srcOrd="1" destOrd="0" presId="urn:microsoft.com/office/officeart/2005/8/layout/list1"/>
    <dgm:cxn modelId="{A73D9BB4-58DC-4D2D-BA54-5502DFF2E3D2}" type="presParOf" srcId="{4A9F1C7F-DE00-4097-8519-32DB554CC14C}" destId="{D87913C6-E8BE-44DF-BA42-9E9C2EE1EC6C}" srcOrd="2" destOrd="0" presId="urn:microsoft.com/office/officeart/2005/8/layout/list1"/>
    <dgm:cxn modelId="{58459577-11F4-4E15-B77C-E80F9E268D45}" type="presParOf" srcId="{4A9F1C7F-DE00-4097-8519-32DB554CC14C}" destId="{3D1A60BC-C2E3-486E-B737-4CF68C9D661D}" srcOrd="3" destOrd="0" presId="urn:microsoft.com/office/officeart/2005/8/layout/list1"/>
    <dgm:cxn modelId="{45B378EF-065C-4468-A579-8A4A42689ED7}" type="presParOf" srcId="{4A9F1C7F-DE00-4097-8519-32DB554CC14C}" destId="{84D30ED8-35D4-4DCE-B046-60E995EA0E6B}" srcOrd="4" destOrd="0" presId="urn:microsoft.com/office/officeart/2005/8/layout/list1"/>
    <dgm:cxn modelId="{8BA78B74-5269-4E8C-91CB-A82120F92222}" type="presParOf" srcId="{84D30ED8-35D4-4DCE-B046-60E995EA0E6B}" destId="{466A56D7-65F3-4C66-B7F2-E19786D0D958}" srcOrd="0" destOrd="0" presId="urn:microsoft.com/office/officeart/2005/8/layout/list1"/>
    <dgm:cxn modelId="{31F6E3F9-5E8D-45F9-B442-8AC11708A98E}" type="presParOf" srcId="{84D30ED8-35D4-4DCE-B046-60E995EA0E6B}" destId="{346C5625-A6AC-43E6-B797-84667C384252}" srcOrd="1" destOrd="0" presId="urn:microsoft.com/office/officeart/2005/8/layout/list1"/>
    <dgm:cxn modelId="{433BC19C-65D4-4FFA-9993-472725C7C78C}" type="presParOf" srcId="{4A9F1C7F-DE00-4097-8519-32DB554CC14C}" destId="{4FF0375D-FCF0-405F-9674-2F6A3C0152C6}" srcOrd="5" destOrd="0" presId="urn:microsoft.com/office/officeart/2005/8/layout/list1"/>
    <dgm:cxn modelId="{E1A695A9-9D66-4274-B199-C747DACD4EAC}" type="presParOf" srcId="{4A9F1C7F-DE00-4097-8519-32DB554CC14C}" destId="{C5AF6571-8A9F-44A2-BB18-B7542C908F77}" srcOrd="6" destOrd="0" presId="urn:microsoft.com/office/officeart/2005/8/layout/list1"/>
    <dgm:cxn modelId="{686776D4-8BF8-4F23-AD75-9A0C0621C217}" type="presParOf" srcId="{4A9F1C7F-DE00-4097-8519-32DB554CC14C}" destId="{5F5484F4-7DD5-4DFF-B1F6-FA86F1BD3867}" srcOrd="7" destOrd="0" presId="urn:microsoft.com/office/officeart/2005/8/layout/list1"/>
    <dgm:cxn modelId="{57BAEAF2-7D3A-4EC6-AD82-491A3A5C96D7}" type="presParOf" srcId="{4A9F1C7F-DE00-4097-8519-32DB554CC14C}" destId="{532EA500-6D5D-4437-8567-937E561569AD}" srcOrd="8" destOrd="0" presId="urn:microsoft.com/office/officeart/2005/8/layout/list1"/>
    <dgm:cxn modelId="{A35F4BA1-365E-420B-989B-2F47B7F772EC}" type="presParOf" srcId="{532EA500-6D5D-4437-8567-937E561569AD}" destId="{35691BDD-8683-4288-AB37-A87A1860E1C0}" srcOrd="0" destOrd="0" presId="urn:microsoft.com/office/officeart/2005/8/layout/list1"/>
    <dgm:cxn modelId="{51080393-3098-4F75-AA62-F499AC7F970E}" type="presParOf" srcId="{532EA500-6D5D-4437-8567-937E561569AD}" destId="{9D3FE4E1-F0A3-4682-91B9-03AA281D84F9}" srcOrd="1" destOrd="0" presId="urn:microsoft.com/office/officeart/2005/8/layout/list1"/>
    <dgm:cxn modelId="{F8DB5FF5-1BC9-4CDF-B436-648F02A2D30D}" type="presParOf" srcId="{4A9F1C7F-DE00-4097-8519-32DB554CC14C}" destId="{02ED01F0-CCC1-4605-9665-3D42472EB02C}" srcOrd="9" destOrd="0" presId="urn:microsoft.com/office/officeart/2005/8/layout/list1"/>
    <dgm:cxn modelId="{2BE89966-F01F-423A-A1D4-606F62C65E5F}" type="presParOf" srcId="{4A9F1C7F-DE00-4097-8519-32DB554CC14C}" destId="{DA3A75CB-BD47-4AB4-B25C-3E0ACE1F9AE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3646B6A-351C-4664-A292-84E0B27AB684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A5F99D-1AA4-4B9D-8AE6-5AF4F5EA4C39}">
      <dgm:prSet/>
      <dgm:spPr/>
      <dgm:t>
        <a:bodyPr/>
        <a:lstStyle/>
        <a:p>
          <a:r>
            <a:rPr lang="en-US"/>
            <a:t>Steps:</a:t>
          </a:r>
        </a:p>
      </dgm:t>
    </dgm:pt>
    <dgm:pt modelId="{7441B7E7-5F82-47AC-9D6E-B60A36801A42}" type="parTrans" cxnId="{B89987CF-D63D-4A34-99DE-C294B5F5DBE8}">
      <dgm:prSet/>
      <dgm:spPr/>
      <dgm:t>
        <a:bodyPr/>
        <a:lstStyle/>
        <a:p>
          <a:endParaRPr lang="en-US"/>
        </a:p>
      </dgm:t>
    </dgm:pt>
    <dgm:pt modelId="{8B9D0DA8-4E52-45A2-B337-4234CDC2D64A}" type="sibTrans" cxnId="{B89987CF-D63D-4A34-99DE-C294B5F5DBE8}">
      <dgm:prSet/>
      <dgm:spPr/>
      <dgm:t>
        <a:bodyPr/>
        <a:lstStyle/>
        <a:p>
          <a:endParaRPr lang="en-US"/>
        </a:p>
      </dgm:t>
    </dgm:pt>
    <dgm:pt modelId="{30972A3F-BEE7-49CF-A468-A2C8D649F2D9}">
      <dgm:prSet/>
      <dgm:spPr/>
      <dgm:t>
        <a:bodyPr/>
        <a:lstStyle/>
        <a:p>
          <a:r>
            <a:rPr lang="en-US"/>
            <a:t>Content Audit: Identify active, archived, and redundant files.</a:t>
          </a:r>
        </a:p>
      </dgm:t>
    </dgm:pt>
    <dgm:pt modelId="{78D9BB4F-AF69-43BE-BE48-8320869F1C6D}" type="parTrans" cxnId="{D77AD6CD-44C7-4215-A901-AF66008A1428}">
      <dgm:prSet/>
      <dgm:spPr/>
      <dgm:t>
        <a:bodyPr/>
        <a:lstStyle/>
        <a:p>
          <a:endParaRPr lang="en-US"/>
        </a:p>
      </dgm:t>
    </dgm:pt>
    <dgm:pt modelId="{9809C615-B19B-40BE-AB12-715763148C17}" type="sibTrans" cxnId="{D77AD6CD-44C7-4215-A901-AF66008A1428}">
      <dgm:prSet/>
      <dgm:spPr/>
      <dgm:t>
        <a:bodyPr/>
        <a:lstStyle/>
        <a:p>
          <a:endParaRPr lang="en-US"/>
        </a:p>
      </dgm:t>
    </dgm:pt>
    <dgm:pt modelId="{3273EAAE-D418-4EFE-9756-C50BE22DE9F3}">
      <dgm:prSet/>
      <dgm:spPr/>
      <dgm:t>
        <a:bodyPr/>
        <a:lstStyle/>
        <a:p>
          <a:r>
            <a:rPr lang="en-US"/>
            <a:t>Mapping: Translate file share folders to SharePoint libraries.</a:t>
          </a:r>
        </a:p>
      </dgm:t>
    </dgm:pt>
    <dgm:pt modelId="{E41F0F2F-7F02-40C5-ACCF-0921F9751CFD}" type="parTrans" cxnId="{419F3C30-9AB1-420A-9E04-FB4373AE11F0}">
      <dgm:prSet/>
      <dgm:spPr/>
      <dgm:t>
        <a:bodyPr/>
        <a:lstStyle/>
        <a:p>
          <a:endParaRPr lang="en-US"/>
        </a:p>
      </dgm:t>
    </dgm:pt>
    <dgm:pt modelId="{19724C00-8679-49A0-BAA6-B347D96FD332}" type="sibTrans" cxnId="{419F3C30-9AB1-420A-9E04-FB4373AE11F0}">
      <dgm:prSet/>
      <dgm:spPr/>
      <dgm:t>
        <a:bodyPr/>
        <a:lstStyle/>
        <a:p>
          <a:endParaRPr lang="en-US"/>
        </a:p>
      </dgm:t>
    </dgm:pt>
    <dgm:pt modelId="{6DFB5D39-F047-4FF5-BF85-F9BE1F76C7EF}">
      <dgm:prSet/>
      <dgm:spPr/>
      <dgm:t>
        <a:bodyPr/>
        <a:lstStyle/>
        <a:p>
          <a:r>
            <a:rPr lang="en-US"/>
            <a:t>Metadata Application: Tag files during migration.</a:t>
          </a:r>
        </a:p>
      </dgm:t>
    </dgm:pt>
    <dgm:pt modelId="{D2E69F68-C231-4655-B6DF-DF2515801076}" type="parTrans" cxnId="{BAF596FA-E454-4685-912E-E247769EA73A}">
      <dgm:prSet/>
      <dgm:spPr/>
      <dgm:t>
        <a:bodyPr/>
        <a:lstStyle/>
        <a:p>
          <a:endParaRPr lang="en-US"/>
        </a:p>
      </dgm:t>
    </dgm:pt>
    <dgm:pt modelId="{90084464-DFB0-48DE-A74E-5E48A0C26E40}" type="sibTrans" cxnId="{BAF596FA-E454-4685-912E-E247769EA73A}">
      <dgm:prSet/>
      <dgm:spPr/>
      <dgm:t>
        <a:bodyPr/>
        <a:lstStyle/>
        <a:p>
          <a:endParaRPr lang="en-US"/>
        </a:p>
      </dgm:t>
    </dgm:pt>
    <dgm:pt modelId="{D9963F58-41DC-4A93-A6E9-B65C73E30969}">
      <dgm:prSet/>
      <dgm:spPr/>
      <dgm:t>
        <a:bodyPr/>
        <a:lstStyle/>
        <a:p>
          <a:r>
            <a:rPr lang="en-US"/>
            <a:t>Training: Educate the team on new tools and workflows.</a:t>
          </a:r>
        </a:p>
      </dgm:t>
    </dgm:pt>
    <dgm:pt modelId="{C43FF10D-0F66-49AC-993C-24A79EB12BAE}" type="parTrans" cxnId="{BA0970B4-4AAE-499C-8A5E-3116B402192E}">
      <dgm:prSet/>
      <dgm:spPr/>
      <dgm:t>
        <a:bodyPr/>
        <a:lstStyle/>
        <a:p>
          <a:endParaRPr lang="en-US"/>
        </a:p>
      </dgm:t>
    </dgm:pt>
    <dgm:pt modelId="{A26BEA8F-EFDD-4A30-9C1F-2F6B229A9D38}" type="sibTrans" cxnId="{BA0970B4-4AAE-499C-8A5E-3116B402192E}">
      <dgm:prSet/>
      <dgm:spPr/>
      <dgm:t>
        <a:bodyPr/>
        <a:lstStyle/>
        <a:p>
          <a:endParaRPr lang="en-US"/>
        </a:p>
      </dgm:t>
    </dgm:pt>
    <dgm:pt modelId="{393F15FE-EBD1-453B-B3A5-C38F0DC224ED}">
      <dgm:prSet/>
      <dgm:spPr/>
      <dgm:t>
        <a:bodyPr/>
        <a:lstStyle/>
        <a:p>
          <a:r>
            <a:rPr lang="en-US"/>
            <a:t>Tools: ShareGate for migration, PowerShell for metadata assignment.</a:t>
          </a:r>
        </a:p>
      </dgm:t>
    </dgm:pt>
    <dgm:pt modelId="{B36B70E1-CFDC-463F-AB85-CC09CF6F2B65}" type="parTrans" cxnId="{47EC7261-2242-4E37-9D94-D4BFD802774D}">
      <dgm:prSet/>
      <dgm:spPr/>
      <dgm:t>
        <a:bodyPr/>
        <a:lstStyle/>
        <a:p>
          <a:endParaRPr lang="en-US"/>
        </a:p>
      </dgm:t>
    </dgm:pt>
    <dgm:pt modelId="{825C39FB-3F0D-4720-B27B-6548B84A0ED2}" type="sibTrans" cxnId="{47EC7261-2242-4E37-9D94-D4BFD802774D}">
      <dgm:prSet/>
      <dgm:spPr/>
      <dgm:t>
        <a:bodyPr/>
        <a:lstStyle/>
        <a:p>
          <a:endParaRPr lang="en-US"/>
        </a:p>
      </dgm:t>
    </dgm:pt>
    <dgm:pt modelId="{7EFE8320-1A4A-4C8D-BC6E-B8051C076F81}" type="pres">
      <dgm:prSet presAssocID="{E3646B6A-351C-4664-A292-84E0B27AB684}" presName="Name0" presStyleCnt="0">
        <dgm:presLayoutVars>
          <dgm:dir/>
          <dgm:animLvl val="lvl"/>
          <dgm:resizeHandles val="exact"/>
        </dgm:presLayoutVars>
      </dgm:prSet>
      <dgm:spPr/>
    </dgm:pt>
    <dgm:pt modelId="{4F0AE0E3-4CD3-4E2F-A99F-8A5F4F0E53B9}" type="pres">
      <dgm:prSet presAssocID="{393F15FE-EBD1-453B-B3A5-C38F0DC224ED}" presName="boxAndChildren" presStyleCnt="0"/>
      <dgm:spPr/>
    </dgm:pt>
    <dgm:pt modelId="{1AB3DDF6-A932-4E9F-8804-1F59470D6F50}" type="pres">
      <dgm:prSet presAssocID="{393F15FE-EBD1-453B-B3A5-C38F0DC224ED}" presName="parentTextBox" presStyleLbl="node1" presStyleIdx="0" presStyleCnt="2"/>
      <dgm:spPr/>
    </dgm:pt>
    <dgm:pt modelId="{909013C0-A0DB-4170-BC4E-19D61CF9A574}" type="pres">
      <dgm:prSet presAssocID="{8B9D0DA8-4E52-45A2-B337-4234CDC2D64A}" presName="sp" presStyleCnt="0"/>
      <dgm:spPr/>
    </dgm:pt>
    <dgm:pt modelId="{B60FDB8E-9BB0-4E89-82B4-4B5D371FE19F}" type="pres">
      <dgm:prSet presAssocID="{AFA5F99D-1AA4-4B9D-8AE6-5AF4F5EA4C39}" presName="arrowAndChildren" presStyleCnt="0"/>
      <dgm:spPr/>
    </dgm:pt>
    <dgm:pt modelId="{831F4916-DF3D-4BDE-B128-39C19E0B6E4A}" type="pres">
      <dgm:prSet presAssocID="{AFA5F99D-1AA4-4B9D-8AE6-5AF4F5EA4C39}" presName="parentTextArrow" presStyleLbl="node1" presStyleIdx="0" presStyleCnt="2"/>
      <dgm:spPr/>
    </dgm:pt>
    <dgm:pt modelId="{A206B8DC-ECCB-4388-B7CC-29E2093096A0}" type="pres">
      <dgm:prSet presAssocID="{AFA5F99D-1AA4-4B9D-8AE6-5AF4F5EA4C39}" presName="arrow" presStyleLbl="node1" presStyleIdx="1" presStyleCnt="2"/>
      <dgm:spPr/>
    </dgm:pt>
    <dgm:pt modelId="{5E388365-4A1A-41AC-8728-DF6CD6932B6F}" type="pres">
      <dgm:prSet presAssocID="{AFA5F99D-1AA4-4B9D-8AE6-5AF4F5EA4C39}" presName="descendantArrow" presStyleCnt="0"/>
      <dgm:spPr/>
    </dgm:pt>
    <dgm:pt modelId="{BBF7D655-1AFB-46C7-8842-AA540BB1E6B7}" type="pres">
      <dgm:prSet presAssocID="{30972A3F-BEE7-49CF-A468-A2C8D649F2D9}" presName="childTextArrow" presStyleLbl="fgAccFollowNode1" presStyleIdx="0" presStyleCnt="4">
        <dgm:presLayoutVars>
          <dgm:bulletEnabled val="1"/>
        </dgm:presLayoutVars>
      </dgm:prSet>
      <dgm:spPr/>
    </dgm:pt>
    <dgm:pt modelId="{AF14A975-8C1B-4C31-8B89-5C465A44AC42}" type="pres">
      <dgm:prSet presAssocID="{3273EAAE-D418-4EFE-9756-C50BE22DE9F3}" presName="childTextArrow" presStyleLbl="fgAccFollowNode1" presStyleIdx="1" presStyleCnt="4">
        <dgm:presLayoutVars>
          <dgm:bulletEnabled val="1"/>
        </dgm:presLayoutVars>
      </dgm:prSet>
      <dgm:spPr/>
    </dgm:pt>
    <dgm:pt modelId="{99A5FA4D-7685-4EA5-8D08-93C0E46E78BA}" type="pres">
      <dgm:prSet presAssocID="{6DFB5D39-F047-4FF5-BF85-F9BE1F76C7EF}" presName="childTextArrow" presStyleLbl="fgAccFollowNode1" presStyleIdx="2" presStyleCnt="4">
        <dgm:presLayoutVars>
          <dgm:bulletEnabled val="1"/>
        </dgm:presLayoutVars>
      </dgm:prSet>
      <dgm:spPr/>
    </dgm:pt>
    <dgm:pt modelId="{FAAB4271-5241-426F-AF01-B60C40E94891}" type="pres">
      <dgm:prSet presAssocID="{D9963F58-41DC-4A93-A6E9-B65C73E30969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D37C8503-EA8E-42B9-9780-8FEFF767FA21}" type="presOf" srcId="{3273EAAE-D418-4EFE-9756-C50BE22DE9F3}" destId="{AF14A975-8C1B-4C31-8B89-5C465A44AC42}" srcOrd="0" destOrd="0" presId="urn:microsoft.com/office/officeart/2005/8/layout/process4"/>
    <dgm:cxn modelId="{419F3C30-9AB1-420A-9E04-FB4373AE11F0}" srcId="{AFA5F99D-1AA4-4B9D-8AE6-5AF4F5EA4C39}" destId="{3273EAAE-D418-4EFE-9756-C50BE22DE9F3}" srcOrd="1" destOrd="0" parTransId="{E41F0F2F-7F02-40C5-ACCF-0921F9751CFD}" sibTransId="{19724C00-8679-49A0-BAA6-B347D96FD332}"/>
    <dgm:cxn modelId="{F1E11132-DDD4-4AD0-98AD-74CDF7EFC01F}" type="presOf" srcId="{6DFB5D39-F047-4FF5-BF85-F9BE1F76C7EF}" destId="{99A5FA4D-7685-4EA5-8D08-93C0E46E78BA}" srcOrd="0" destOrd="0" presId="urn:microsoft.com/office/officeart/2005/8/layout/process4"/>
    <dgm:cxn modelId="{78C11738-7D02-4E4B-B68E-2E364226907E}" type="presOf" srcId="{393F15FE-EBD1-453B-B3A5-C38F0DC224ED}" destId="{1AB3DDF6-A932-4E9F-8804-1F59470D6F50}" srcOrd="0" destOrd="0" presId="urn:microsoft.com/office/officeart/2005/8/layout/process4"/>
    <dgm:cxn modelId="{47EC7261-2242-4E37-9D94-D4BFD802774D}" srcId="{E3646B6A-351C-4664-A292-84E0B27AB684}" destId="{393F15FE-EBD1-453B-B3A5-C38F0DC224ED}" srcOrd="1" destOrd="0" parTransId="{B36B70E1-CFDC-463F-AB85-CC09CF6F2B65}" sibTransId="{825C39FB-3F0D-4720-B27B-6548B84A0ED2}"/>
    <dgm:cxn modelId="{B7553975-E50A-4731-B01F-1C5699DED62E}" type="presOf" srcId="{E3646B6A-351C-4664-A292-84E0B27AB684}" destId="{7EFE8320-1A4A-4C8D-BC6E-B8051C076F81}" srcOrd="0" destOrd="0" presId="urn:microsoft.com/office/officeart/2005/8/layout/process4"/>
    <dgm:cxn modelId="{8454A67D-F2A5-4414-8051-D3F5D75245BE}" type="presOf" srcId="{AFA5F99D-1AA4-4B9D-8AE6-5AF4F5EA4C39}" destId="{831F4916-DF3D-4BDE-B128-39C19E0B6E4A}" srcOrd="0" destOrd="0" presId="urn:microsoft.com/office/officeart/2005/8/layout/process4"/>
    <dgm:cxn modelId="{B6CE028D-DC76-48AB-96C7-8655C3126223}" type="presOf" srcId="{AFA5F99D-1AA4-4B9D-8AE6-5AF4F5EA4C39}" destId="{A206B8DC-ECCB-4388-B7CC-29E2093096A0}" srcOrd="1" destOrd="0" presId="urn:microsoft.com/office/officeart/2005/8/layout/process4"/>
    <dgm:cxn modelId="{5F62EFA3-1C9B-41A2-9070-1BC34438EE90}" type="presOf" srcId="{30972A3F-BEE7-49CF-A468-A2C8D649F2D9}" destId="{BBF7D655-1AFB-46C7-8842-AA540BB1E6B7}" srcOrd="0" destOrd="0" presId="urn:microsoft.com/office/officeart/2005/8/layout/process4"/>
    <dgm:cxn modelId="{BA0970B4-4AAE-499C-8A5E-3116B402192E}" srcId="{AFA5F99D-1AA4-4B9D-8AE6-5AF4F5EA4C39}" destId="{D9963F58-41DC-4A93-A6E9-B65C73E30969}" srcOrd="3" destOrd="0" parTransId="{C43FF10D-0F66-49AC-993C-24A79EB12BAE}" sibTransId="{A26BEA8F-EFDD-4A30-9C1F-2F6B229A9D38}"/>
    <dgm:cxn modelId="{D77AD6CD-44C7-4215-A901-AF66008A1428}" srcId="{AFA5F99D-1AA4-4B9D-8AE6-5AF4F5EA4C39}" destId="{30972A3F-BEE7-49CF-A468-A2C8D649F2D9}" srcOrd="0" destOrd="0" parTransId="{78D9BB4F-AF69-43BE-BE48-8320869F1C6D}" sibTransId="{9809C615-B19B-40BE-AB12-715763148C17}"/>
    <dgm:cxn modelId="{B89987CF-D63D-4A34-99DE-C294B5F5DBE8}" srcId="{E3646B6A-351C-4664-A292-84E0B27AB684}" destId="{AFA5F99D-1AA4-4B9D-8AE6-5AF4F5EA4C39}" srcOrd="0" destOrd="0" parTransId="{7441B7E7-5F82-47AC-9D6E-B60A36801A42}" sibTransId="{8B9D0DA8-4E52-45A2-B337-4234CDC2D64A}"/>
    <dgm:cxn modelId="{E6D193E0-A675-4933-97D2-3B2A6C0D7B8E}" type="presOf" srcId="{D9963F58-41DC-4A93-A6E9-B65C73E30969}" destId="{FAAB4271-5241-426F-AF01-B60C40E94891}" srcOrd="0" destOrd="0" presId="urn:microsoft.com/office/officeart/2005/8/layout/process4"/>
    <dgm:cxn modelId="{BAF596FA-E454-4685-912E-E247769EA73A}" srcId="{AFA5F99D-1AA4-4B9D-8AE6-5AF4F5EA4C39}" destId="{6DFB5D39-F047-4FF5-BF85-F9BE1F76C7EF}" srcOrd="2" destOrd="0" parTransId="{D2E69F68-C231-4655-B6DF-DF2515801076}" sibTransId="{90084464-DFB0-48DE-A74E-5E48A0C26E40}"/>
    <dgm:cxn modelId="{130C48FC-57DD-46EE-BF61-FF1E5B388587}" type="presParOf" srcId="{7EFE8320-1A4A-4C8D-BC6E-B8051C076F81}" destId="{4F0AE0E3-4CD3-4E2F-A99F-8A5F4F0E53B9}" srcOrd="0" destOrd="0" presId="urn:microsoft.com/office/officeart/2005/8/layout/process4"/>
    <dgm:cxn modelId="{8155DA74-AFA3-40E2-8B26-61DC7DCCD081}" type="presParOf" srcId="{4F0AE0E3-4CD3-4E2F-A99F-8A5F4F0E53B9}" destId="{1AB3DDF6-A932-4E9F-8804-1F59470D6F50}" srcOrd="0" destOrd="0" presId="urn:microsoft.com/office/officeart/2005/8/layout/process4"/>
    <dgm:cxn modelId="{099039AB-EC67-4F09-911D-E1E88CC59B8B}" type="presParOf" srcId="{7EFE8320-1A4A-4C8D-BC6E-B8051C076F81}" destId="{909013C0-A0DB-4170-BC4E-19D61CF9A574}" srcOrd="1" destOrd="0" presId="urn:microsoft.com/office/officeart/2005/8/layout/process4"/>
    <dgm:cxn modelId="{130F37D2-6BB7-4F1E-A91F-587B010A8776}" type="presParOf" srcId="{7EFE8320-1A4A-4C8D-BC6E-B8051C076F81}" destId="{B60FDB8E-9BB0-4E89-82B4-4B5D371FE19F}" srcOrd="2" destOrd="0" presId="urn:microsoft.com/office/officeart/2005/8/layout/process4"/>
    <dgm:cxn modelId="{364231D9-36CE-478D-869B-72FE23F28BFB}" type="presParOf" srcId="{B60FDB8E-9BB0-4E89-82B4-4B5D371FE19F}" destId="{831F4916-DF3D-4BDE-B128-39C19E0B6E4A}" srcOrd="0" destOrd="0" presId="urn:microsoft.com/office/officeart/2005/8/layout/process4"/>
    <dgm:cxn modelId="{9BFEE7E3-F55E-48D9-9204-9478070E0CF0}" type="presParOf" srcId="{B60FDB8E-9BB0-4E89-82B4-4B5D371FE19F}" destId="{A206B8DC-ECCB-4388-B7CC-29E2093096A0}" srcOrd="1" destOrd="0" presId="urn:microsoft.com/office/officeart/2005/8/layout/process4"/>
    <dgm:cxn modelId="{AE596C48-876C-496C-BDA3-ED59AAA1E1FF}" type="presParOf" srcId="{B60FDB8E-9BB0-4E89-82B4-4B5D371FE19F}" destId="{5E388365-4A1A-41AC-8728-DF6CD6932B6F}" srcOrd="2" destOrd="0" presId="urn:microsoft.com/office/officeart/2005/8/layout/process4"/>
    <dgm:cxn modelId="{45890109-EE67-42D3-848F-85AAB3C70499}" type="presParOf" srcId="{5E388365-4A1A-41AC-8728-DF6CD6932B6F}" destId="{BBF7D655-1AFB-46C7-8842-AA540BB1E6B7}" srcOrd="0" destOrd="0" presId="urn:microsoft.com/office/officeart/2005/8/layout/process4"/>
    <dgm:cxn modelId="{90B4E945-8118-4E2C-98BF-87AC4886D6FB}" type="presParOf" srcId="{5E388365-4A1A-41AC-8728-DF6CD6932B6F}" destId="{AF14A975-8C1B-4C31-8B89-5C465A44AC42}" srcOrd="1" destOrd="0" presId="urn:microsoft.com/office/officeart/2005/8/layout/process4"/>
    <dgm:cxn modelId="{5349278E-D8EB-409D-B319-094B05EA69D9}" type="presParOf" srcId="{5E388365-4A1A-41AC-8728-DF6CD6932B6F}" destId="{99A5FA4D-7685-4EA5-8D08-93C0E46E78BA}" srcOrd="2" destOrd="0" presId="urn:microsoft.com/office/officeart/2005/8/layout/process4"/>
    <dgm:cxn modelId="{C04EFEC6-EC41-45E9-AAB8-212B925B213F}" type="presParOf" srcId="{5E388365-4A1A-41AC-8728-DF6CD6932B6F}" destId="{FAAB4271-5241-426F-AF01-B60C40E94891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A5DB37-4ECF-4424-9322-EB1A8DD13A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EB168D0-C1AA-4628-9D93-AA3C117F6D8F}">
      <dgm:prSet/>
      <dgm:spPr/>
      <dgm:t>
        <a:bodyPr/>
        <a:lstStyle/>
        <a:p>
          <a:r>
            <a:rPr lang="en-US"/>
            <a:t>Contact Information:</a:t>
          </a:r>
        </a:p>
      </dgm:t>
    </dgm:pt>
    <dgm:pt modelId="{05135F50-39A1-400C-9CDB-855ED6FA9EC6}" type="parTrans" cxnId="{624DD6B6-1FEA-42F7-A3C0-3B24BC367037}">
      <dgm:prSet/>
      <dgm:spPr/>
      <dgm:t>
        <a:bodyPr/>
        <a:lstStyle/>
        <a:p>
          <a:endParaRPr lang="en-US"/>
        </a:p>
      </dgm:t>
    </dgm:pt>
    <dgm:pt modelId="{8CA69005-1465-4D19-893D-FF613A463635}" type="sibTrans" cxnId="{624DD6B6-1FEA-42F7-A3C0-3B24BC367037}">
      <dgm:prSet/>
      <dgm:spPr/>
      <dgm:t>
        <a:bodyPr/>
        <a:lstStyle/>
        <a:p>
          <a:endParaRPr lang="en-US"/>
        </a:p>
      </dgm:t>
    </dgm:pt>
    <dgm:pt modelId="{24A95680-6F0B-4560-A2DD-9151EB1FEB65}">
      <dgm:prSet/>
      <dgm:spPr/>
      <dgm:t>
        <a:bodyPr/>
        <a:lstStyle/>
        <a:p>
          <a:r>
            <a:rPr lang="en-US"/>
            <a:t>Haaron Gonzalez</a:t>
          </a:r>
        </a:p>
      </dgm:t>
    </dgm:pt>
    <dgm:pt modelId="{BE3E2EF8-1AB6-45C0-8152-BA45D0048487}" type="parTrans" cxnId="{CEAF7D92-C6B7-48FD-96D3-B80A8E3608DF}">
      <dgm:prSet/>
      <dgm:spPr/>
      <dgm:t>
        <a:bodyPr/>
        <a:lstStyle/>
        <a:p>
          <a:endParaRPr lang="en-US"/>
        </a:p>
      </dgm:t>
    </dgm:pt>
    <dgm:pt modelId="{37833B7E-204B-4080-BAC7-C62C5ACE6863}" type="sibTrans" cxnId="{CEAF7D92-C6B7-48FD-96D3-B80A8E3608DF}">
      <dgm:prSet/>
      <dgm:spPr/>
      <dgm:t>
        <a:bodyPr/>
        <a:lstStyle/>
        <a:p>
          <a:endParaRPr lang="en-US"/>
        </a:p>
      </dgm:t>
    </dgm:pt>
    <dgm:pt modelId="{273734C8-D18E-4B47-8EEE-B368632D5973}">
      <dgm:prSet/>
      <dgm:spPr/>
      <dgm:t>
        <a:bodyPr/>
        <a:lstStyle/>
        <a:p>
          <a:r>
            <a:rPr lang="en-US"/>
            <a:t>haarongconsult@ruizfoods.com</a:t>
          </a:r>
        </a:p>
      </dgm:t>
    </dgm:pt>
    <dgm:pt modelId="{6572AD92-D364-45DA-86AB-8D6A5EC65706}" type="parTrans" cxnId="{CD21FB35-B401-4E99-957E-3C2FB27517F5}">
      <dgm:prSet/>
      <dgm:spPr/>
      <dgm:t>
        <a:bodyPr/>
        <a:lstStyle/>
        <a:p>
          <a:endParaRPr lang="en-US"/>
        </a:p>
      </dgm:t>
    </dgm:pt>
    <dgm:pt modelId="{400820FA-F6EC-42AA-AED5-2F4AEEE3F15B}" type="sibTrans" cxnId="{CD21FB35-B401-4E99-957E-3C2FB27517F5}">
      <dgm:prSet/>
      <dgm:spPr/>
      <dgm:t>
        <a:bodyPr/>
        <a:lstStyle/>
        <a:p>
          <a:endParaRPr lang="en-US"/>
        </a:p>
      </dgm:t>
    </dgm:pt>
    <dgm:pt modelId="{372F449D-DC1F-4EAE-B159-CFCCEEFB6244}">
      <dgm:prSet/>
      <dgm:spPr/>
      <dgm:t>
        <a:bodyPr/>
        <a:lstStyle/>
        <a:p>
          <a:r>
            <a:rPr lang="en-US"/>
            <a:t>Let’s build a more productive and collaborative future for Engineering!</a:t>
          </a:r>
        </a:p>
      </dgm:t>
    </dgm:pt>
    <dgm:pt modelId="{BC2C65C2-B73B-4662-8981-D5A34FB2F639}" type="parTrans" cxnId="{6DEBBA2C-C70E-4C89-BB7F-217AC42978D2}">
      <dgm:prSet/>
      <dgm:spPr/>
      <dgm:t>
        <a:bodyPr/>
        <a:lstStyle/>
        <a:p>
          <a:endParaRPr lang="en-US"/>
        </a:p>
      </dgm:t>
    </dgm:pt>
    <dgm:pt modelId="{96B0DBAE-8068-4DDF-ABA5-328BE8FB02F3}" type="sibTrans" cxnId="{6DEBBA2C-C70E-4C89-BB7F-217AC42978D2}">
      <dgm:prSet/>
      <dgm:spPr/>
      <dgm:t>
        <a:bodyPr/>
        <a:lstStyle/>
        <a:p>
          <a:endParaRPr lang="en-US"/>
        </a:p>
      </dgm:t>
    </dgm:pt>
    <dgm:pt modelId="{1AD22F14-7064-43BA-B39C-38A30F1A885E}" type="pres">
      <dgm:prSet presAssocID="{92A5DB37-4ECF-4424-9322-EB1A8DD13AD0}" presName="root" presStyleCnt="0">
        <dgm:presLayoutVars>
          <dgm:dir/>
          <dgm:resizeHandles val="exact"/>
        </dgm:presLayoutVars>
      </dgm:prSet>
      <dgm:spPr/>
    </dgm:pt>
    <dgm:pt modelId="{72CCAD82-EE77-4C31-B566-163DB1079E78}" type="pres">
      <dgm:prSet presAssocID="{8EB168D0-C1AA-4628-9D93-AA3C117F6D8F}" presName="compNode" presStyleCnt="0"/>
      <dgm:spPr/>
    </dgm:pt>
    <dgm:pt modelId="{709F60D4-3B38-441D-9185-A4FF2BE17308}" type="pres">
      <dgm:prSet presAssocID="{8EB168D0-C1AA-4628-9D93-AA3C117F6D8F}" presName="bgRect" presStyleLbl="bgShp" presStyleIdx="0" presStyleCnt="2"/>
      <dgm:spPr/>
    </dgm:pt>
    <dgm:pt modelId="{CE0E5791-BEDA-4DB0-8600-AD2B0412CC60}" type="pres">
      <dgm:prSet presAssocID="{8EB168D0-C1AA-4628-9D93-AA3C117F6D8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E166C7-53DF-4525-A911-20B9B8EE83FF}" type="pres">
      <dgm:prSet presAssocID="{8EB168D0-C1AA-4628-9D93-AA3C117F6D8F}" presName="spaceRect" presStyleCnt="0"/>
      <dgm:spPr/>
    </dgm:pt>
    <dgm:pt modelId="{74545310-D319-48E4-A605-9427F1ED78AE}" type="pres">
      <dgm:prSet presAssocID="{8EB168D0-C1AA-4628-9D93-AA3C117F6D8F}" presName="parTx" presStyleLbl="revTx" presStyleIdx="0" presStyleCnt="3">
        <dgm:presLayoutVars>
          <dgm:chMax val="0"/>
          <dgm:chPref val="0"/>
        </dgm:presLayoutVars>
      </dgm:prSet>
      <dgm:spPr/>
    </dgm:pt>
    <dgm:pt modelId="{39F42BB3-743D-4BD2-BD80-375C5F7FFDF7}" type="pres">
      <dgm:prSet presAssocID="{8EB168D0-C1AA-4628-9D93-AA3C117F6D8F}" presName="desTx" presStyleLbl="revTx" presStyleIdx="1" presStyleCnt="3">
        <dgm:presLayoutVars/>
      </dgm:prSet>
      <dgm:spPr/>
    </dgm:pt>
    <dgm:pt modelId="{D2B51A21-D277-4693-B669-11FFC737B621}" type="pres">
      <dgm:prSet presAssocID="{8CA69005-1465-4D19-893D-FF613A463635}" presName="sibTrans" presStyleCnt="0"/>
      <dgm:spPr/>
    </dgm:pt>
    <dgm:pt modelId="{48B6B1F3-77EA-4DBE-AD0B-5CCB238112DD}" type="pres">
      <dgm:prSet presAssocID="{372F449D-DC1F-4EAE-B159-CFCCEEFB6244}" presName="compNode" presStyleCnt="0"/>
      <dgm:spPr/>
    </dgm:pt>
    <dgm:pt modelId="{4BC3EE86-28AD-4B20-A2C1-564974EFFA8C}" type="pres">
      <dgm:prSet presAssocID="{372F449D-DC1F-4EAE-B159-CFCCEEFB6244}" presName="bgRect" presStyleLbl="bgShp" presStyleIdx="1" presStyleCnt="2"/>
      <dgm:spPr/>
    </dgm:pt>
    <dgm:pt modelId="{AE87DDEB-CA4F-458D-9AB0-A5711CA2ED15}" type="pres">
      <dgm:prSet presAssocID="{372F449D-DC1F-4EAE-B159-CFCCEEFB624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38ED1AD2-E8FF-4002-85C4-CE26E8776369}" type="pres">
      <dgm:prSet presAssocID="{372F449D-DC1F-4EAE-B159-CFCCEEFB6244}" presName="spaceRect" presStyleCnt="0"/>
      <dgm:spPr/>
    </dgm:pt>
    <dgm:pt modelId="{CD96903B-0EC3-4265-9BFF-C179C54A7798}" type="pres">
      <dgm:prSet presAssocID="{372F449D-DC1F-4EAE-B159-CFCCEEFB62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9DE70D-A8B5-40C9-BE74-9850EDA64B56}" type="presOf" srcId="{273734C8-D18E-4B47-8EEE-B368632D5973}" destId="{39F42BB3-743D-4BD2-BD80-375C5F7FFDF7}" srcOrd="0" destOrd="1" presId="urn:microsoft.com/office/officeart/2018/2/layout/IconVerticalSolidList"/>
    <dgm:cxn modelId="{4B989426-8F05-4B32-A74F-80513DAA710D}" type="presOf" srcId="{8EB168D0-C1AA-4628-9D93-AA3C117F6D8F}" destId="{74545310-D319-48E4-A605-9427F1ED78AE}" srcOrd="0" destOrd="0" presId="urn:microsoft.com/office/officeart/2018/2/layout/IconVerticalSolidList"/>
    <dgm:cxn modelId="{6DEBBA2C-C70E-4C89-BB7F-217AC42978D2}" srcId="{92A5DB37-4ECF-4424-9322-EB1A8DD13AD0}" destId="{372F449D-DC1F-4EAE-B159-CFCCEEFB6244}" srcOrd="1" destOrd="0" parTransId="{BC2C65C2-B73B-4662-8981-D5A34FB2F639}" sibTransId="{96B0DBAE-8068-4DDF-ABA5-328BE8FB02F3}"/>
    <dgm:cxn modelId="{32DC6F2E-CB32-4FC0-AF71-ED7FF02E674A}" type="presOf" srcId="{92A5DB37-4ECF-4424-9322-EB1A8DD13AD0}" destId="{1AD22F14-7064-43BA-B39C-38A30F1A885E}" srcOrd="0" destOrd="0" presId="urn:microsoft.com/office/officeart/2018/2/layout/IconVerticalSolidList"/>
    <dgm:cxn modelId="{CD21FB35-B401-4E99-957E-3C2FB27517F5}" srcId="{8EB168D0-C1AA-4628-9D93-AA3C117F6D8F}" destId="{273734C8-D18E-4B47-8EEE-B368632D5973}" srcOrd="1" destOrd="0" parTransId="{6572AD92-D364-45DA-86AB-8D6A5EC65706}" sibTransId="{400820FA-F6EC-42AA-AED5-2F4AEEE3F15B}"/>
    <dgm:cxn modelId="{AF168743-449C-4E37-BB64-5F91D5626684}" type="presOf" srcId="{24A95680-6F0B-4560-A2DD-9151EB1FEB65}" destId="{39F42BB3-743D-4BD2-BD80-375C5F7FFDF7}" srcOrd="0" destOrd="0" presId="urn:microsoft.com/office/officeart/2018/2/layout/IconVerticalSolidList"/>
    <dgm:cxn modelId="{02155578-A1FE-4EEA-ADDA-AD3D35AC99BF}" type="presOf" srcId="{372F449D-DC1F-4EAE-B159-CFCCEEFB6244}" destId="{CD96903B-0EC3-4265-9BFF-C179C54A7798}" srcOrd="0" destOrd="0" presId="urn:microsoft.com/office/officeart/2018/2/layout/IconVerticalSolidList"/>
    <dgm:cxn modelId="{CEAF7D92-C6B7-48FD-96D3-B80A8E3608DF}" srcId="{8EB168D0-C1AA-4628-9D93-AA3C117F6D8F}" destId="{24A95680-6F0B-4560-A2DD-9151EB1FEB65}" srcOrd="0" destOrd="0" parTransId="{BE3E2EF8-1AB6-45C0-8152-BA45D0048487}" sibTransId="{37833B7E-204B-4080-BAC7-C62C5ACE6863}"/>
    <dgm:cxn modelId="{624DD6B6-1FEA-42F7-A3C0-3B24BC367037}" srcId="{92A5DB37-4ECF-4424-9322-EB1A8DD13AD0}" destId="{8EB168D0-C1AA-4628-9D93-AA3C117F6D8F}" srcOrd="0" destOrd="0" parTransId="{05135F50-39A1-400C-9CDB-855ED6FA9EC6}" sibTransId="{8CA69005-1465-4D19-893D-FF613A463635}"/>
    <dgm:cxn modelId="{2E285F48-E532-4045-8889-D3CDF0A48864}" type="presParOf" srcId="{1AD22F14-7064-43BA-B39C-38A30F1A885E}" destId="{72CCAD82-EE77-4C31-B566-163DB1079E78}" srcOrd="0" destOrd="0" presId="urn:microsoft.com/office/officeart/2018/2/layout/IconVerticalSolidList"/>
    <dgm:cxn modelId="{56D4EC71-4978-4660-9937-EF85E20DADFB}" type="presParOf" srcId="{72CCAD82-EE77-4C31-B566-163DB1079E78}" destId="{709F60D4-3B38-441D-9185-A4FF2BE17308}" srcOrd="0" destOrd="0" presId="urn:microsoft.com/office/officeart/2018/2/layout/IconVerticalSolidList"/>
    <dgm:cxn modelId="{33AAFA55-83E1-4882-9921-FD7508560570}" type="presParOf" srcId="{72CCAD82-EE77-4C31-B566-163DB1079E78}" destId="{CE0E5791-BEDA-4DB0-8600-AD2B0412CC60}" srcOrd="1" destOrd="0" presId="urn:microsoft.com/office/officeart/2018/2/layout/IconVerticalSolidList"/>
    <dgm:cxn modelId="{B4A3C59E-5E7C-4FFB-B57F-8C258A238714}" type="presParOf" srcId="{72CCAD82-EE77-4C31-B566-163DB1079E78}" destId="{51E166C7-53DF-4525-A911-20B9B8EE83FF}" srcOrd="2" destOrd="0" presId="urn:microsoft.com/office/officeart/2018/2/layout/IconVerticalSolidList"/>
    <dgm:cxn modelId="{B96D4C55-A2BE-4B92-A78B-04D6EC181DB8}" type="presParOf" srcId="{72CCAD82-EE77-4C31-B566-163DB1079E78}" destId="{74545310-D319-48E4-A605-9427F1ED78AE}" srcOrd="3" destOrd="0" presId="urn:microsoft.com/office/officeart/2018/2/layout/IconVerticalSolidList"/>
    <dgm:cxn modelId="{9388B1DD-130C-4513-9D78-3FD553427D2A}" type="presParOf" srcId="{72CCAD82-EE77-4C31-B566-163DB1079E78}" destId="{39F42BB3-743D-4BD2-BD80-375C5F7FFDF7}" srcOrd="4" destOrd="0" presId="urn:microsoft.com/office/officeart/2018/2/layout/IconVerticalSolidList"/>
    <dgm:cxn modelId="{AED2A933-C7B5-4FB5-A642-D2F972495CCD}" type="presParOf" srcId="{1AD22F14-7064-43BA-B39C-38A30F1A885E}" destId="{D2B51A21-D277-4693-B669-11FFC737B621}" srcOrd="1" destOrd="0" presId="urn:microsoft.com/office/officeart/2018/2/layout/IconVerticalSolidList"/>
    <dgm:cxn modelId="{BB85D04C-2E83-4439-90A0-D2E11E28CE36}" type="presParOf" srcId="{1AD22F14-7064-43BA-B39C-38A30F1A885E}" destId="{48B6B1F3-77EA-4DBE-AD0B-5CCB238112DD}" srcOrd="2" destOrd="0" presId="urn:microsoft.com/office/officeart/2018/2/layout/IconVerticalSolidList"/>
    <dgm:cxn modelId="{FC4AC2D7-3248-48AF-834C-527C52BD0152}" type="presParOf" srcId="{48B6B1F3-77EA-4DBE-AD0B-5CCB238112DD}" destId="{4BC3EE86-28AD-4B20-A2C1-564974EFFA8C}" srcOrd="0" destOrd="0" presId="urn:microsoft.com/office/officeart/2018/2/layout/IconVerticalSolidList"/>
    <dgm:cxn modelId="{ADAAA02F-6609-4261-A1BC-92D750AE3142}" type="presParOf" srcId="{48B6B1F3-77EA-4DBE-AD0B-5CCB238112DD}" destId="{AE87DDEB-CA4F-458D-9AB0-A5711CA2ED15}" srcOrd="1" destOrd="0" presId="urn:microsoft.com/office/officeart/2018/2/layout/IconVerticalSolidList"/>
    <dgm:cxn modelId="{BD586FF7-E86C-4A05-9EF4-53FADD6A16B0}" type="presParOf" srcId="{48B6B1F3-77EA-4DBE-AD0B-5CCB238112DD}" destId="{38ED1AD2-E8FF-4002-85C4-CE26E8776369}" srcOrd="2" destOrd="0" presId="urn:microsoft.com/office/officeart/2018/2/layout/IconVerticalSolidList"/>
    <dgm:cxn modelId="{7048FA4E-03C8-4CA1-B139-41C90842540C}" type="presParOf" srcId="{48B6B1F3-77EA-4DBE-AD0B-5CCB238112DD}" destId="{CD96903B-0EC3-4265-9BFF-C179C54A77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2D860-95C0-42AC-BC24-0BA36BD7B1C8}">
      <dsp:nvSpPr>
        <dsp:cNvPr id="0" name=""/>
        <dsp:cNvSpPr/>
      </dsp:nvSpPr>
      <dsp:spPr>
        <a:xfrm>
          <a:off x="0" y="524"/>
          <a:ext cx="8229600" cy="1227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1064B-C375-4B93-9387-0BC3E7B88992}">
      <dsp:nvSpPr>
        <dsp:cNvPr id="0" name=""/>
        <dsp:cNvSpPr/>
      </dsp:nvSpPr>
      <dsp:spPr>
        <a:xfrm>
          <a:off x="371324" y="276716"/>
          <a:ext cx="675135" cy="6751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9E28E-1C55-41CD-8D24-9EF10754A44D}">
      <dsp:nvSpPr>
        <dsp:cNvPr id="0" name=""/>
        <dsp:cNvSpPr/>
      </dsp:nvSpPr>
      <dsp:spPr>
        <a:xfrm>
          <a:off x="1417783" y="524"/>
          <a:ext cx="6811816" cy="1227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12" tIns="129912" rIns="129912" bIns="1299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Challenge: Current tools and file shares are outdated and limit productivity.</a:t>
          </a:r>
        </a:p>
      </dsp:txBody>
      <dsp:txXfrm>
        <a:off x="1417783" y="524"/>
        <a:ext cx="6811816" cy="1227518"/>
      </dsp:txXfrm>
    </dsp:sp>
    <dsp:sp modelId="{35F7E4C6-907E-4B37-A97D-BC98BF43D08B}">
      <dsp:nvSpPr>
        <dsp:cNvPr id="0" name=""/>
        <dsp:cNvSpPr/>
      </dsp:nvSpPr>
      <dsp:spPr>
        <a:xfrm>
          <a:off x="0" y="1534922"/>
          <a:ext cx="8229600" cy="1227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AC681-18F6-491C-B8A2-F20B5C3DD5BA}">
      <dsp:nvSpPr>
        <dsp:cNvPr id="0" name=""/>
        <dsp:cNvSpPr/>
      </dsp:nvSpPr>
      <dsp:spPr>
        <a:xfrm>
          <a:off x="371324" y="1811113"/>
          <a:ext cx="675135" cy="6751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9229D-11EA-4DB8-92C8-75DCE102DED0}">
      <dsp:nvSpPr>
        <dsp:cNvPr id="0" name=""/>
        <dsp:cNvSpPr/>
      </dsp:nvSpPr>
      <dsp:spPr>
        <a:xfrm>
          <a:off x="1417783" y="1534922"/>
          <a:ext cx="3703320" cy="1227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12" tIns="129912" rIns="129912" bIns="1299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Opportunity: By leveraging SharePoint Online and Microsoft Teams, we can:</a:t>
          </a:r>
        </a:p>
      </dsp:txBody>
      <dsp:txXfrm>
        <a:off x="1417783" y="1534922"/>
        <a:ext cx="3703320" cy="1227518"/>
      </dsp:txXfrm>
    </dsp:sp>
    <dsp:sp modelId="{7C720CEA-4A7F-4A5E-A9BB-463ED235F23F}">
      <dsp:nvSpPr>
        <dsp:cNvPr id="0" name=""/>
        <dsp:cNvSpPr/>
      </dsp:nvSpPr>
      <dsp:spPr>
        <a:xfrm>
          <a:off x="5121103" y="1534922"/>
          <a:ext cx="3108496" cy="1227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12" tIns="129912" rIns="129912" bIns="12991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Modernize workflows.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Enhance collaboration.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Boost productivity.</a:t>
          </a:r>
        </a:p>
      </dsp:txBody>
      <dsp:txXfrm>
        <a:off x="5121103" y="1534922"/>
        <a:ext cx="3108496" cy="1227518"/>
      </dsp:txXfrm>
    </dsp:sp>
    <dsp:sp modelId="{09098746-C8A0-42F7-99C4-7AD929DCB251}">
      <dsp:nvSpPr>
        <dsp:cNvPr id="0" name=""/>
        <dsp:cNvSpPr/>
      </dsp:nvSpPr>
      <dsp:spPr>
        <a:xfrm>
          <a:off x="0" y="3069320"/>
          <a:ext cx="8229600" cy="122751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47833-0B1E-40E7-9105-05D172D992C2}">
      <dsp:nvSpPr>
        <dsp:cNvPr id="0" name=""/>
        <dsp:cNvSpPr/>
      </dsp:nvSpPr>
      <dsp:spPr>
        <a:xfrm>
          <a:off x="371324" y="3345511"/>
          <a:ext cx="675135" cy="6751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9F867-517C-4ABA-BAC3-5FA68FDADB5D}">
      <dsp:nvSpPr>
        <dsp:cNvPr id="0" name=""/>
        <dsp:cNvSpPr/>
      </dsp:nvSpPr>
      <dsp:spPr>
        <a:xfrm>
          <a:off x="1417783" y="3069320"/>
          <a:ext cx="6811816" cy="1227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12" tIns="129912" rIns="129912" bIns="12991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Vision: Introduce the Engineering Hub Intranet Portal to empower the team with modern tools and resources.</a:t>
          </a:r>
        </a:p>
      </dsp:txBody>
      <dsp:txXfrm>
        <a:off x="1417783" y="3069320"/>
        <a:ext cx="6811816" cy="1227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BA8BE-3DD0-44FE-AF76-76E9B5D8E8CB}">
      <dsp:nvSpPr>
        <dsp:cNvPr id="0" name=""/>
        <dsp:cNvSpPr/>
      </dsp:nvSpPr>
      <dsp:spPr>
        <a:xfrm>
          <a:off x="0" y="62931"/>
          <a:ext cx="8229600" cy="719549"/>
        </a:xfrm>
        <a:prstGeom prst="round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Objective: Provide a centralized platform to:</a:t>
          </a:r>
        </a:p>
      </dsp:txBody>
      <dsp:txXfrm>
        <a:off x="35125" y="98056"/>
        <a:ext cx="8159350" cy="649299"/>
      </dsp:txXfrm>
    </dsp:sp>
    <dsp:sp modelId="{63B5DCCC-3509-4F9A-9E10-B735B637E9EA}">
      <dsp:nvSpPr>
        <dsp:cNvPr id="0" name=""/>
        <dsp:cNvSpPr/>
      </dsp:nvSpPr>
      <dsp:spPr>
        <a:xfrm>
          <a:off x="0" y="782481"/>
          <a:ext cx="8229600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Improve access to project-related content.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Enhance management of standards and policies.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Leverage modern tools for better productivity and collaboration.</a:t>
          </a:r>
        </a:p>
      </dsp:txBody>
      <dsp:txXfrm>
        <a:off x="0" y="782481"/>
        <a:ext cx="8229600" cy="1521450"/>
      </dsp:txXfrm>
    </dsp:sp>
    <dsp:sp modelId="{56222265-CFFC-4774-8763-826A756BD908}">
      <dsp:nvSpPr>
        <dsp:cNvPr id="0" name=""/>
        <dsp:cNvSpPr/>
      </dsp:nvSpPr>
      <dsp:spPr>
        <a:xfrm>
          <a:off x="0" y="2303931"/>
          <a:ext cx="8229600" cy="719549"/>
        </a:xfrm>
        <a:prstGeom prst="round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Key Benefits:</a:t>
          </a:r>
        </a:p>
      </dsp:txBody>
      <dsp:txXfrm>
        <a:off x="35125" y="2339056"/>
        <a:ext cx="8159350" cy="649299"/>
      </dsp:txXfrm>
    </dsp:sp>
    <dsp:sp modelId="{FCC8F702-5AA5-4D17-B4D4-0BD7192DD7DF}">
      <dsp:nvSpPr>
        <dsp:cNvPr id="0" name=""/>
        <dsp:cNvSpPr/>
      </dsp:nvSpPr>
      <dsp:spPr>
        <a:xfrm>
          <a:off x="0" y="3023481"/>
          <a:ext cx="822960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Simplified document management with metadata.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Better organization of project and standards documentation.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Streamlined collaboration and communication across teams.</a:t>
          </a:r>
        </a:p>
      </dsp:txBody>
      <dsp:txXfrm>
        <a:off x="0" y="3023481"/>
        <a:ext cx="8229600" cy="12109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86BFB-ADC7-4F3F-B295-48C5D95F746A}">
      <dsp:nvSpPr>
        <dsp:cNvPr id="0" name=""/>
        <dsp:cNvSpPr/>
      </dsp:nvSpPr>
      <dsp:spPr>
        <a:xfrm>
          <a:off x="0" y="2608"/>
          <a:ext cx="5106762" cy="125458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kern="1200" dirty="0">
              <a:solidFill>
                <a:srgbClr val="FFFF00"/>
              </a:solidFill>
            </a:rPr>
            <a:t>Boost Productivity</a:t>
          </a:r>
          <a:br>
            <a:rPr lang="en-US" sz="2400" b="1" i="1" kern="1200" dirty="0">
              <a:solidFill>
                <a:srgbClr val="FFFF00"/>
              </a:solidFill>
            </a:rPr>
          </a:br>
          <a:r>
            <a:rPr lang="en-US" sz="2000" kern="1200" dirty="0"/>
            <a:t>Provide modern tools to enhance the daily work of the Engineering team.</a:t>
          </a:r>
        </a:p>
      </dsp:txBody>
      <dsp:txXfrm>
        <a:off x="61244" y="63852"/>
        <a:ext cx="4984274" cy="1132101"/>
      </dsp:txXfrm>
    </dsp:sp>
    <dsp:sp modelId="{501E1598-B87D-4572-9F52-5BA4D9E426C3}">
      <dsp:nvSpPr>
        <dsp:cNvPr id="0" name=""/>
        <dsp:cNvSpPr/>
      </dsp:nvSpPr>
      <dsp:spPr>
        <a:xfrm rot="5400000">
          <a:off x="2974154" y="311462"/>
          <a:ext cx="1003671" cy="3271520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Dedicated sites for project-related content.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Metadata and tagging for better organization and future access.</a:t>
          </a:r>
        </a:p>
      </dsp:txBody>
      <dsp:txXfrm rot="-5400000">
        <a:off x="1840230" y="1494382"/>
        <a:ext cx="3222525" cy="905681"/>
      </dsp:txXfrm>
    </dsp:sp>
    <dsp:sp modelId="{29F438A0-6367-4DEC-9E2E-1A1FF986B97A}">
      <dsp:nvSpPr>
        <dsp:cNvPr id="0" name=""/>
        <dsp:cNvSpPr/>
      </dsp:nvSpPr>
      <dsp:spPr>
        <a:xfrm>
          <a:off x="0" y="1319927"/>
          <a:ext cx="1840230" cy="125458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Centralized Project Management:</a:t>
          </a:r>
        </a:p>
      </dsp:txBody>
      <dsp:txXfrm>
        <a:off x="61244" y="1381171"/>
        <a:ext cx="1717742" cy="1132101"/>
      </dsp:txXfrm>
    </dsp:sp>
    <dsp:sp modelId="{0D114DD1-3588-4D3A-B269-5DEB2BBD5B1E}">
      <dsp:nvSpPr>
        <dsp:cNvPr id="0" name=""/>
        <dsp:cNvSpPr/>
      </dsp:nvSpPr>
      <dsp:spPr>
        <a:xfrm rot="5400000">
          <a:off x="2974154" y="1628780"/>
          <a:ext cx="1003671" cy="3271520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Dedicated site for easier handling of standards and policies.</a:t>
          </a:r>
        </a:p>
      </dsp:txBody>
      <dsp:txXfrm rot="-5400000">
        <a:off x="1840230" y="2811700"/>
        <a:ext cx="3222525" cy="905681"/>
      </dsp:txXfrm>
    </dsp:sp>
    <dsp:sp modelId="{71F6800D-B59B-4F1D-849F-651CCA611D10}">
      <dsp:nvSpPr>
        <dsp:cNvPr id="0" name=""/>
        <dsp:cNvSpPr/>
      </dsp:nvSpPr>
      <dsp:spPr>
        <a:xfrm>
          <a:off x="0" y="2637246"/>
          <a:ext cx="1840230" cy="125458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Standards and Policies Management:</a:t>
          </a:r>
        </a:p>
      </dsp:txBody>
      <dsp:txXfrm>
        <a:off x="61244" y="2698490"/>
        <a:ext cx="1717742" cy="1132101"/>
      </dsp:txXfrm>
    </dsp:sp>
    <dsp:sp modelId="{C9BA6F80-53B0-4A99-929B-7560AD37AB1E}">
      <dsp:nvSpPr>
        <dsp:cNvPr id="0" name=""/>
        <dsp:cNvSpPr/>
      </dsp:nvSpPr>
      <dsp:spPr>
        <a:xfrm>
          <a:off x="0" y="3954565"/>
          <a:ext cx="5106762" cy="125458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Unified access to all relevant documentation.</a:t>
          </a:r>
        </a:p>
      </dsp:txBody>
      <dsp:txXfrm>
        <a:off x="61244" y="4015809"/>
        <a:ext cx="4984274" cy="1132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58589-5E01-4299-8F9F-19057B89C9D9}">
      <dsp:nvSpPr>
        <dsp:cNvPr id="0" name=""/>
        <dsp:cNvSpPr/>
      </dsp:nvSpPr>
      <dsp:spPr>
        <a:xfrm>
          <a:off x="2847454" y="2032000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1724694"/>
              </a:lnTo>
              <a:lnTo>
                <a:pt x="401091" y="1724694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42A2C-46CA-4442-9060-1E1BA06FAC67}">
      <dsp:nvSpPr>
        <dsp:cNvPr id="0" name=""/>
        <dsp:cNvSpPr/>
      </dsp:nvSpPr>
      <dsp:spPr>
        <a:xfrm>
          <a:off x="2847454" y="2032000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0545" y="0"/>
              </a:lnTo>
              <a:lnTo>
                <a:pt x="200545" y="862347"/>
              </a:lnTo>
              <a:lnTo>
                <a:pt x="401091" y="862347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890CE-4537-440A-BD43-35A16E9E7F5A}">
      <dsp:nvSpPr>
        <dsp:cNvPr id="0" name=""/>
        <dsp:cNvSpPr/>
      </dsp:nvSpPr>
      <dsp:spPr>
        <a:xfrm>
          <a:off x="2847454" y="1986280"/>
          <a:ext cx="4010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1091" y="4572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2BF53-E202-4F3E-A8B8-3E673016A932}">
      <dsp:nvSpPr>
        <dsp:cNvPr id="0" name=""/>
        <dsp:cNvSpPr/>
      </dsp:nvSpPr>
      <dsp:spPr>
        <a:xfrm>
          <a:off x="2847454" y="1169652"/>
          <a:ext cx="401091" cy="862347"/>
        </a:xfrm>
        <a:custGeom>
          <a:avLst/>
          <a:gdLst/>
          <a:ahLst/>
          <a:cxnLst/>
          <a:rect l="0" t="0" r="0" b="0"/>
          <a:pathLst>
            <a:path>
              <a:moveTo>
                <a:pt x="0" y="862347"/>
              </a:moveTo>
              <a:lnTo>
                <a:pt x="200545" y="862347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A3659-01BD-4721-A157-BDFB4C876622}">
      <dsp:nvSpPr>
        <dsp:cNvPr id="0" name=""/>
        <dsp:cNvSpPr/>
      </dsp:nvSpPr>
      <dsp:spPr>
        <a:xfrm>
          <a:off x="2847454" y="307305"/>
          <a:ext cx="401091" cy="1724694"/>
        </a:xfrm>
        <a:custGeom>
          <a:avLst/>
          <a:gdLst/>
          <a:ahLst/>
          <a:cxnLst/>
          <a:rect l="0" t="0" r="0" b="0"/>
          <a:pathLst>
            <a:path>
              <a:moveTo>
                <a:pt x="0" y="1724694"/>
              </a:moveTo>
              <a:lnTo>
                <a:pt x="200545" y="1724694"/>
              </a:lnTo>
              <a:lnTo>
                <a:pt x="200545" y="0"/>
              </a:lnTo>
              <a:lnTo>
                <a:pt x="401091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A499E-F4B6-4C0B-AB4A-3DB99905682D}">
      <dsp:nvSpPr>
        <dsp:cNvPr id="0" name=""/>
        <dsp:cNvSpPr/>
      </dsp:nvSpPr>
      <dsp:spPr>
        <a:xfrm>
          <a:off x="84199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Hub (Hub Site):</a:t>
          </a:r>
        </a:p>
      </dsp:txBody>
      <dsp:txXfrm>
        <a:off x="841995" y="1726167"/>
        <a:ext cx="2005458" cy="611664"/>
      </dsp:txXfrm>
    </dsp:sp>
    <dsp:sp modelId="{76BBE330-281A-4612-A145-5558E24E2BEF}">
      <dsp:nvSpPr>
        <dsp:cNvPr id="0" name=""/>
        <dsp:cNvSpPr/>
      </dsp:nvSpPr>
      <dsp:spPr>
        <a:xfrm>
          <a:off x="3248545" y="1472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Standards and Policies</a:t>
          </a:r>
        </a:p>
      </dsp:txBody>
      <dsp:txXfrm>
        <a:off x="3248545" y="1472"/>
        <a:ext cx="2005458" cy="611664"/>
      </dsp:txXfrm>
    </dsp:sp>
    <dsp:sp modelId="{D21DB170-4E26-4B69-96B0-C76C4CDDBD44}">
      <dsp:nvSpPr>
        <dsp:cNvPr id="0" name=""/>
        <dsp:cNvSpPr/>
      </dsp:nvSpPr>
      <dsp:spPr>
        <a:xfrm>
          <a:off x="3248545" y="863820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Projects</a:t>
          </a:r>
        </a:p>
      </dsp:txBody>
      <dsp:txXfrm>
        <a:off x="3248545" y="863820"/>
        <a:ext cx="2005458" cy="611664"/>
      </dsp:txXfrm>
    </dsp:sp>
    <dsp:sp modelId="{0AD58EF7-C899-4482-99D8-8746AE7765C0}">
      <dsp:nvSpPr>
        <dsp:cNvPr id="0" name=""/>
        <dsp:cNvSpPr/>
      </dsp:nvSpPr>
      <dsp:spPr>
        <a:xfrm>
          <a:off x="3248545" y="1726167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Documentation</a:t>
          </a:r>
        </a:p>
      </dsp:txBody>
      <dsp:txXfrm>
        <a:off x="3248545" y="1726167"/>
        <a:ext cx="2005458" cy="611664"/>
      </dsp:txXfrm>
    </dsp:sp>
    <dsp:sp modelId="{AD1DC562-D016-4C1F-9F95-CF8DF9319CF1}">
      <dsp:nvSpPr>
        <dsp:cNvPr id="0" name=""/>
        <dsp:cNvSpPr/>
      </dsp:nvSpPr>
      <dsp:spPr>
        <a:xfrm>
          <a:off x="3248545" y="2588514"/>
          <a:ext cx="2005458" cy="6116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Media Library</a:t>
          </a:r>
        </a:p>
      </dsp:txBody>
      <dsp:txXfrm>
        <a:off x="3248545" y="2588514"/>
        <a:ext cx="2005458" cy="611664"/>
      </dsp:txXfrm>
    </dsp:sp>
    <dsp:sp modelId="{ED86901E-6DD2-4E45-9045-5FD3955A8412}">
      <dsp:nvSpPr>
        <dsp:cNvPr id="0" name=""/>
        <dsp:cNvSpPr/>
      </dsp:nvSpPr>
      <dsp:spPr>
        <a:xfrm>
          <a:off x="3248545" y="3450862"/>
          <a:ext cx="2005458" cy="61166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Tools and Resources</a:t>
          </a:r>
        </a:p>
      </dsp:txBody>
      <dsp:txXfrm>
        <a:off x="3248545" y="3450862"/>
        <a:ext cx="2005458" cy="6116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913C6-E8BE-44DF-BA42-9E9C2EE1EC6C}">
      <dsp:nvSpPr>
        <dsp:cNvPr id="0" name=""/>
        <dsp:cNvSpPr/>
      </dsp:nvSpPr>
      <dsp:spPr>
        <a:xfrm>
          <a:off x="0" y="432898"/>
          <a:ext cx="5111749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6729" tIns="395732" rIns="39672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Metadata tagging for better search.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Version control and automated approvals.</a:t>
          </a:r>
        </a:p>
      </dsp:txBody>
      <dsp:txXfrm>
        <a:off x="0" y="432898"/>
        <a:ext cx="5111749" cy="1107225"/>
      </dsp:txXfrm>
    </dsp:sp>
    <dsp:sp modelId="{B49F1802-40D3-4B35-9B7D-2218753427CC}">
      <dsp:nvSpPr>
        <dsp:cNvPr id="0" name=""/>
        <dsp:cNvSpPr/>
      </dsp:nvSpPr>
      <dsp:spPr>
        <a:xfrm>
          <a:off x="255587" y="152458"/>
          <a:ext cx="3578225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SharePoint Online:</a:t>
          </a:r>
        </a:p>
      </dsp:txBody>
      <dsp:txXfrm>
        <a:off x="282967" y="179838"/>
        <a:ext cx="3523465" cy="506120"/>
      </dsp:txXfrm>
    </dsp:sp>
    <dsp:sp modelId="{C5AF6571-8A9F-44A2-BB18-B7542C908F77}">
      <dsp:nvSpPr>
        <dsp:cNvPr id="0" name=""/>
        <dsp:cNvSpPr/>
      </dsp:nvSpPr>
      <dsp:spPr>
        <a:xfrm>
          <a:off x="0" y="1923164"/>
          <a:ext cx="5111749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6729" tIns="395732" rIns="39672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Real-time collaboration on projects.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Channels for discussions and document sharing.</a:t>
          </a:r>
        </a:p>
      </dsp:txBody>
      <dsp:txXfrm>
        <a:off x="0" y="1923164"/>
        <a:ext cx="5111749" cy="1376550"/>
      </dsp:txXfrm>
    </dsp:sp>
    <dsp:sp modelId="{346C5625-A6AC-43E6-B797-84667C384252}">
      <dsp:nvSpPr>
        <dsp:cNvPr id="0" name=""/>
        <dsp:cNvSpPr/>
      </dsp:nvSpPr>
      <dsp:spPr>
        <a:xfrm>
          <a:off x="255587" y="1642724"/>
          <a:ext cx="3578225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Microsoft Teams Integration:</a:t>
          </a:r>
        </a:p>
      </dsp:txBody>
      <dsp:txXfrm>
        <a:off x="282967" y="1670104"/>
        <a:ext cx="3523465" cy="506120"/>
      </dsp:txXfrm>
    </dsp:sp>
    <dsp:sp modelId="{DA3A75CB-BD47-4AB4-B25C-3E0ACE1F9AE7}">
      <dsp:nvSpPr>
        <dsp:cNvPr id="0" name=""/>
        <dsp:cNvSpPr/>
      </dsp:nvSpPr>
      <dsp:spPr>
        <a:xfrm>
          <a:off x="0" y="3682753"/>
          <a:ext cx="5111749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6729" tIns="395732" rIns="39672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Automate document approvals and notifications.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Streamline equipment transfer requests.</a:t>
          </a:r>
        </a:p>
      </dsp:txBody>
      <dsp:txXfrm>
        <a:off x="0" y="3682753"/>
        <a:ext cx="5111749" cy="1376550"/>
      </dsp:txXfrm>
    </dsp:sp>
    <dsp:sp modelId="{9D3FE4E1-F0A3-4682-91B9-03AA281D84F9}">
      <dsp:nvSpPr>
        <dsp:cNvPr id="0" name=""/>
        <dsp:cNvSpPr/>
      </dsp:nvSpPr>
      <dsp:spPr>
        <a:xfrm>
          <a:off x="255587" y="3402314"/>
          <a:ext cx="3578225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248" tIns="0" rIns="135248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 Automate Workflows:</a:t>
          </a:r>
        </a:p>
      </dsp:txBody>
      <dsp:txXfrm>
        <a:off x="282967" y="3429694"/>
        <a:ext cx="3523465" cy="5061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3DDF6-A932-4E9F-8804-1F59470D6F50}">
      <dsp:nvSpPr>
        <dsp:cNvPr id="0" name=""/>
        <dsp:cNvSpPr/>
      </dsp:nvSpPr>
      <dsp:spPr>
        <a:xfrm>
          <a:off x="0" y="3145575"/>
          <a:ext cx="5111749" cy="20638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Tools: ShareGate for migration, PowerShell for metadata assignment.</a:t>
          </a:r>
        </a:p>
      </dsp:txBody>
      <dsp:txXfrm>
        <a:off x="0" y="3145575"/>
        <a:ext cx="5111749" cy="2063837"/>
      </dsp:txXfrm>
    </dsp:sp>
    <dsp:sp modelId="{A206B8DC-ECCB-4388-B7CC-29E2093096A0}">
      <dsp:nvSpPr>
        <dsp:cNvPr id="0" name=""/>
        <dsp:cNvSpPr/>
      </dsp:nvSpPr>
      <dsp:spPr>
        <a:xfrm rot="10800000">
          <a:off x="0" y="2350"/>
          <a:ext cx="5111749" cy="3174182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Steps:</a:t>
          </a:r>
        </a:p>
      </dsp:txBody>
      <dsp:txXfrm rot="-10800000">
        <a:off x="0" y="2350"/>
        <a:ext cx="5111749" cy="1114138"/>
      </dsp:txXfrm>
    </dsp:sp>
    <dsp:sp modelId="{BBF7D655-1AFB-46C7-8842-AA540BB1E6B7}">
      <dsp:nvSpPr>
        <dsp:cNvPr id="0" name=""/>
        <dsp:cNvSpPr/>
      </dsp:nvSpPr>
      <dsp:spPr>
        <a:xfrm>
          <a:off x="0" y="1116488"/>
          <a:ext cx="1277937" cy="949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Content Audit: Identify active, archived, and redundant files.</a:t>
          </a:r>
        </a:p>
      </dsp:txBody>
      <dsp:txXfrm>
        <a:off x="0" y="1116488"/>
        <a:ext cx="1277937" cy="949080"/>
      </dsp:txXfrm>
    </dsp:sp>
    <dsp:sp modelId="{AF14A975-8C1B-4C31-8B89-5C465A44AC42}">
      <dsp:nvSpPr>
        <dsp:cNvPr id="0" name=""/>
        <dsp:cNvSpPr/>
      </dsp:nvSpPr>
      <dsp:spPr>
        <a:xfrm>
          <a:off x="1277937" y="1116488"/>
          <a:ext cx="1277937" cy="949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Mapping: Translate file share folders to SharePoint libraries.</a:t>
          </a:r>
        </a:p>
      </dsp:txBody>
      <dsp:txXfrm>
        <a:off x="1277937" y="1116488"/>
        <a:ext cx="1277937" cy="949080"/>
      </dsp:txXfrm>
    </dsp:sp>
    <dsp:sp modelId="{99A5FA4D-7685-4EA5-8D08-93C0E46E78BA}">
      <dsp:nvSpPr>
        <dsp:cNvPr id="0" name=""/>
        <dsp:cNvSpPr/>
      </dsp:nvSpPr>
      <dsp:spPr>
        <a:xfrm>
          <a:off x="2555874" y="1116488"/>
          <a:ext cx="1277937" cy="949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Metadata Application: Tag files during migration.</a:t>
          </a:r>
        </a:p>
      </dsp:txBody>
      <dsp:txXfrm>
        <a:off x="2555874" y="1116488"/>
        <a:ext cx="1277937" cy="949080"/>
      </dsp:txXfrm>
    </dsp:sp>
    <dsp:sp modelId="{FAAB4271-5241-426F-AF01-B60C40E94891}">
      <dsp:nvSpPr>
        <dsp:cNvPr id="0" name=""/>
        <dsp:cNvSpPr/>
      </dsp:nvSpPr>
      <dsp:spPr>
        <a:xfrm>
          <a:off x="3833812" y="1116488"/>
          <a:ext cx="1277937" cy="949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Training: Educate the team on new tools and workflows.</a:t>
          </a:r>
        </a:p>
      </dsp:txBody>
      <dsp:txXfrm>
        <a:off x="3833812" y="1116488"/>
        <a:ext cx="1277937" cy="9490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F60D4-3B38-441D-9185-A4FF2BE17308}">
      <dsp:nvSpPr>
        <dsp:cNvPr id="0" name=""/>
        <dsp:cNvSpPr/>
      </dsp:nvSpPr>
      <dsp:spPr>
        <a:xfrm>
          <a:off x="0" y="698321"/>
          <a:ext cx="8229600" cy="12892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E5791-BEDA-4DB0-8600-AD2B0412CC60}">
      <dsp:nvSpPr>
        <dsp:cNvPr id="0" name=""/>
        <dsp:cNvSpPr/>
      </dsp:nvSpPr>
      <dsp:spPr>
        <a:xfrm>
          <a:off x="389985" y="988393"/>
          <a:ext cx="709064" cy="7090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45310-D319-48E4-A605-9427F1ED78AE}">
      <dsp:nvSpPr>
        <dsp:cNvPr id="0" name=""/>
        <dsp:cNvSpPr/>
      </dsp:nvSpPr>
      <dsp:spPr>
        <a:xfrm>
          <a:off x="1489036" y="698321"/>
          <a:ext cx="3703320" cy="1289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41" tIns="136441" rIns="136441" bIns="1364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Contact Information:</a:t>
          </a:r>
        </a:p>
      </dsp:txBody>
      <dsp:txXfrm>
        <a:off x="1489036" y="698321"/>
        <a:ext cx="3703320" cy="1289208"/>
      </dsp:txXfrm>
    </dsp:sp>
    <dsp:sp modelId="{39F42BB3-743D-4BD2-BD80-375C5F7FFDF7}">
      <dsp:nvSpPr>
        <dsp:cNvPr id="0" name=""/>
        <dsp:cNvSpPr/>
      </dsp:nvSpPr>
      <dsp:spPr>
        <a:xfrm>
          <a:off x="5192356" y="698321"/>
          <a:ext cx="3037243" cy="1289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41" tIns="136441" rIns="136441" bIns="13644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Haaron Gonzalez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haarongconsult@ruizfoods.com</a:t>
          </a:r>
        </a:p>
      </dsp:txBody>
      <dsp:txXfrm>
        <a:off x="5192356" y="698321"/>
        <a:ext cx="3037243" cy="1289208"/>
      </dsp:txXfrm>
    </dsp:sp>
    <dsp:sp modelId="{4BC3EE86-28AD-4B20-A2C1-564974EFFA8C}">
      <dsp:nvSpPr>
        <dsp:cNvPr id="0" name=""/>
        <dsp:cNvSpPr/>
      </dsp:nvSpPr>
      <dsp:spPr>
        <a:xfrm>
          <a:off x="0" y="2309832"/>
          <a:ext cx="8229600" cy="128920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7DDEB-CA4F-458D-9AB0-A5711CA2ED15}">
      <dsp:nvSpPr>
        <dsp:cNvPr id="0" name=""/>
        <dsp:cNvSpPr/>
      </dsp:nvSpPr>
      <dsp:spPr>
        <a:xfrm>
          <a:off x="389985" y="2599904"/>
          <a:ext cx="709064" cy="7090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6903B-0EC3-4265-9BFF-C179C54A7798}">
      <dsp:nvSpPr>
        <dsp:cNvPr id="0" name=""/>
        <dsp:cNvSpPr/>
      </dsp:nvSpPr>
      <dsp:spPr>
        <a:xfrm>
          <a:off x="1489036" y="2309832"/>
          <a:ext cx="6740563" cy="1289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441" tIns="136441" rIns="136441" bIns="1364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Let’s build a more productive and collaborative future for Engineering!</a:t>
          </a:r>
        </a:p>
      </dsp:txBody>
      <dsp:txXfrm>
        <a:off x="1489036" y="2309832"/>
        <a:ext cx="6740563" cy="1289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03136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30849" y="0"/>
            <a:ext cx="4003136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0A05E-EC1C-4FE7-B4A1-D25D54619724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3"/>
            <a:ext cx="4003136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30849" y="6658443"/>
            <a:ext cx="4003136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0F547-2907-450D-A988-BAD2E21701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086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" y="0"/>
            <a:ext cx="4003136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30868" y="0"/>
            <a:ext cx="4003136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5438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4451" y="3330438"/>
            <a:ext cx="7387187" cy="3154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9" y="6658443"/>
            <a:ext cx="4003136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defTabSz="9286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0868" y="6658443"/>
            <a:ext cx="4003136" cy="35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>
                <a:latin typeface="Arial" charset="0"/>
              </a:defRPr>
            </a:lvl1pPr>
          </a:lstStyle>
          <a:p>
            <a:pPr>
              <a:defRPr/>
            </a:pPr>
            <a:fld id="{6A241181-EA83-48F6-974B-A5C0AF681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9418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7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0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58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90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19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7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15403"/>
            <a:ext cx="3008313" cy="44567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8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8199"/>
            <a:ext cx="5486400" cy="3889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58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9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51037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73C3448E-8C4F-4E98-A5A3-DFCCF45FD09F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2/12/2025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DA3236EA-7ADA-4EFB-A3C5-ADA812FD9D4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2"/>
            <a:ext cx="9144000" cy="78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8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harepoint.stackexchange.com/questions/207994/dynamic-organizational-char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uizfoods.sharepoint.com/sites/test-hr-hub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Hub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Modern Intranet for the Engineering Department</a:t>
            </a:r>
          </a:p>
          <a:p>
            <a:r>
              <a:rPr dirty="0"/>
              <a:t>Transforming Collaboration and Productivity</a:t>
            </a:r>
          </a:p>
          <a:p>
            <a:r>
              <a:rPr dirty="0"/>
              <a:t>Presented by: </a:t>
            </a:r>
            <a:r>
              <a:rPr lang="en-US" dirty="0"/>
              <a:t>Haaron Gonzalez</a:t>
            </a:r>
            <a:endParaRPr dirty="0"/>
          </a:p>
          <a:p>
            <a:r>
              <a:rPr dirty="0"/>
              <a:t>Date: </a:t>
            </a:r>
            <a:r>
              <a:rPr lang="en-US" dirty="0"/>
              <a:t>Feb 12,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ctr">
            <a:normAutofit/>
          </a:bodyPr>
          <a:lstStyle/>
          <a:p>
            <a:r>
              <a:rPr dirty="0"/>
              <a:t>Why the Engineering Hub?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0FF14-FF15-71D3-3978-A4D33230D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5441366"/>
              </p:ext>
            </p:extLst>
          </p:nvPr>
        </p:nvGraphicFramePr>
        <p:xfrm>
          <a:off x="457200" y="1951037"/>
          <a:ext cx="8229600" cy="42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ctr">
            <a:normAutofit/>
          </a:bodyPr>
          <a:lstStyle/>
          <a:p>
            <a:r>
              <a:t>Engineering Hub Proposal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45DBED-EDC5-8134-D778-B1B3394CC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051738"/>
              </p:ext>
            </p:extLst>
          </p:nvPr>
        </p:nvGraphicFramePr>
        <p:xfrm>
          <a:off x="457200" y="1951037"/>
          <a:ext cx="8229600" cy="42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162050"/>
          </a:xfrm>
        </p:spPr>
        <p:txBody>
          <a:bodyPr anchor="b">
            <a:normAutofit/>
          </a:bodyPr>
          <a:lstStyle/>
          <a:p>
            <a:r>
              <a:rPr dirty="0"/>
              <a:t>Key Reasons to Transition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607DA1A-BA87-7572-BD04-58A247F57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715403"/>
            <a:ext cx="3008313" cy="445679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4BD0B48-C0CF-9B4D-4564-960D8B994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648756"/>
              </p:ext>
            </p:extLst>
          </p:nvPr>
        </p:nvGraphicFramePr>
        <p:xfrm>
          <a:off x="3575050" y="914400"/>
          <a:ext cx="5111750" cy="521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ctr">
            <a:normAutofit/>
          </a:bodyPr>
          <a:lstStyle/>
          <a:p>
            <a:r>
              <a:t>Proposed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Engineering Hub (Hub Site):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Central navigation and unified access to resources.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Sub-Sites: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Standards and Policies.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Projects.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Process Documentation.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Media Library.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Tools and Resources.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Pages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Modern pages with document library web parts.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Metadata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Tags for better organization and searchability.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Security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Role-based permissions to ensure proper access control.</a:t>
            </a:r>
          </a:p>
        </p:txBody>
      </p:sp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EA394D19-F336-E527-CB4C-90CDA6B22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922" r="25676" b="-2"/>
          <a:stretch/>
        </p:blipFill>
        <p:spPr>
          <a:xfrm>
            <a:off x="4648200" y="1600200"/>
            <a:ext cx="4038600" cy="4525963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283CB-2310-D0DF-7ED9-6BFF54AF59F7}"/>
              </a:ext>
            </a:extLst>
          </p:cNvPr>
          <p:cNvSpPr txBox="1"/>
          <p:nvPr/>
        </p:nvSpPr>
        <p:spPr>
          <a:xfrm>
            <a:off x="275166" y="6126163"/>
            <a:ext cx="87460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hlinkClick r:id="rId4"/>
              </a:rPr>
              <a:t>https://ruizfoods.sharepoint.com/sites/test-hr-hub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A0C6-15E5-9A0B-39AD-20885EAB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61235-76A9-626F-2E9C-B4E0F921EF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B30F8-B76E-3DC6-F461-0EC6356942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70E3DF-853D-CB3C-45B1-C658731E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529"/>
            <a:ext cx="9144000" cy="45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0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904A-CD16-DF73-6A79-209CBB3D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25F4-1A41-2C83-1162-77BECEB7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7C6D-04F7-A4E6-7739-43A76BBB8C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D3208-0894-D53C-5673-515FF28634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9B3CA2-049E-0E45-03D5-873F3B05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4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0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8655-DB91-A5C2-4C08-9B4111AE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7591-158D-783E-FB57-39CE569265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9824C-0B97-A58F-8C89-A847130BA5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85858-E27B-78B1-8A1C-379CC3995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5" y="762000"/>
            <a:ext cx="9144000" cy="4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78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Management Made Easy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</a:t>
            </a:r>
            <a:r>
              <a:rPr dirty="0"/>
              <a:t>urrent State: Disorganized folders make it hard to find and manage project content.</a:t>
            </a:r>
          </a:p>
          <a:p>
            <a:r>
              <a:rPr dirty="0"/>
              <a:t>Proposed Solution:</a:t>
            </a:r>
          </a:p>
          <a:p>
            <a:pPr lvl="1"/>
            <a:r>
              <a:rPr dirty="0"/>
              <a:t>Dedicated site for all project-related content.</a:t>
            </a:r>
          </a:p>
          <a:p>
            <a:pPr lvl="1"/>
            <a:r>
              <a:rPr lang="en-US" dirty="0"/>
              <a:t>D</a:t>
            </a:r>
            <a:r>
              <a:rPr dirty="0"/>
              <a:t>ocument libraries categorized by project phase and status.</a:t>
            </a:r>
          </a:p>
          <a:p>
            <a:r>
              <a:rPr dirty="0"/>
              <a:t>Metadata fields: Project Name, Status, Location</a:t>
            </a:r>
            <a:r>
              <a:rPr lang="en-US" dirty="0"/>
              <a:t> (plant)</a:t>
            </a:r>
            <a:r>
              <a:rPr dirty="0"/>
              <a:t>, Manager.</a:t>
            </a:r>
          </a:p>
          <a:p>
            <a:r>
              <a:rPr dirty="0"/>
              <a:t>Benefits:</a:t>
            </a:r>
          </a:p>
          <a:p>
            <a:pPr lvl="1"/>
            <a:r>
              <a:rPr dirty="0"/>
              <a:t>Easier access to current and archived project information.</a:t>
            </a:r>
          </a:p>
          <a:p>
            <a:pPr lvl="1"/>
            <a:r>
              <a:rPr dirty="0"/>
              <a:t>Better tracking and retrieval of project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Standards and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Current State: Standards and policies scattered across folders.</a:t>
            </a:r>
          </a:p>
          <a:p>
            <a:r>
              <a:rPr dirty="0"/>
              <a:t>Proposed Solution:</a:t>
            </a:r>
          </a:p>
          <a:p>
            <a:pPr lvl="1"/>
            <a:r>
              <a:rPr dirty="0"/>
              <a:t>Dedicated site for CAD standards, policies, and guidelines.</a:t>
            </a:r>
          </a:p>
          <a:p>
            <a:pPr lvl="1"/>
            <a:r>
              <a:rPr dirty="0"/>
              <a:t>Document libraries for CAD Blocks, Symbols, and Policies.</a:t>
            </a:r>
          </a:p>
          <a:p>
            <a:pPr lvl="1"/>
            <a:r>
              <a:rPr dirty="0"/>
              <a:t>Modern pages for standards overview and updates.</a:t>
            </a:r>
          </a:p>
          <a:p>
            <a:r>
              <a:rPr dirty="0"/>
              <a:t>- Benefits:</a:t>
            </a:r>
          </a:p>
          <a:p>
            <a:pPr lvl="1"/>
            <a:r>
              <a:rPr dirty="0"/>
              <a:t>Consistent and centralized documentation.</a:t>
            </a:r>
          </a:p>
          <a:p>
            <a:pPr lvl="1"/>
            <a:r>
              <a:rPr dirty="0"/>
              <a:t>Simplified updates and version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Engineering Hub Structure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D0339D-5618-26A4-E7BB-145B930EF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186370"/>
              </p:ext>
            </p:extLst>
          </p:nvPr>
        </p:nvGraphicFramePr>
        <p:xfrm>
          <a:off x="-490537" y="1904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F808-B091-AD51-75E6-AEE976BB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Standards and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7B7A0-DFF6-6C14-102C-E2988EEA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894" y="1714500"/>
            <a:ext cx="4279106" cy="514350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Replace "00 - Ruiz Dwg Standards."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Modern Site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Libraries: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Engineering Standards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(CAD Standards, Sanitary Design Modules, etc.)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Vendor Policies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(Preferred Vendor Policy)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Metadata: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Document Type, Last Updated, Owner.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Restricted to Engineering managers and senior team members for edits.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Pages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CAD Standards Page (with web parts linking to CAD Blocks, Symbols, etc.)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Policies Page (with web parts linking to policies and standards).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00DF7D-0B54-6DCB-B795-3C927BE4CA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64457"/>
              </p:ext>
            </p:extLst>
          </p:nvPr>
        </p:nvGraphicFramePr>
        <p:xfrm>
          <a:off x="-697706" y="183118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055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3951-F3A6-4CCE-044B-934822F9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C9967-E224-0013-C437-07D16490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912" y="1600200"/>
            <a:ext cx="4129087" cy="5186363"/>
          </a:xfrm>
        </p:spPr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Replace "40 - CEP Projects," "55 - R&amp;D Projects," "100 - Special Projects."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Modern Site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Libraries: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Active Projects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(sub-categorized by Project Name or Phase)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Archived Projects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Metadata: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Project Name, Status (Active/Completed), Location, Manager.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Restrict access by project team.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Pages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Dashboard Page: Rollup of ongoing projects using Power BI integration.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Project Pages: Dedicated pages for major projects with timelines, documents, and updates.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08F4E1-7799-1D00-FA5F-CD6E09A6AE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834029"/>
              </p:ext>
            </p:extLst>
          </p:nvPr>
        </p:nvGraphicFramePr>
        <p:xfrm>
          <a:off x="-490537" y="1904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825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DCCD-2D68-C8D9-E992-49C46634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0A5B-E141-7E99-40CA-BCCD1FE4E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038" y="1600200"/>
            <a:ext cx="4221956" cy="525780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Replace "60 - Process Flow Diagrams."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Modern Site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Libraries: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Flow Diagrams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(categorized by process type)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Templates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(Reusable process flow templates)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Metadata: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Process Type, Revision Date, Owner.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 for all Engineering team members, restricted edits.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Pages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 Overview Page: Descriptions of key processes with web parts linking to diagrams.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Instrumentation Page: Focused on P&amp;IDs and technical specifications.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8B6DDA-8DF8-D18D-E805-16FCC430F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243110"/>
              </p:ext>
            </p:extLst>
          </p:nvPr>
        </p:nvGraphicFramePr>
        <p:xfrm>
          <a:off x="-490537" y="1904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58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8248-0C4B-FC1C-6BFD-EBD0A7EF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77C6-F942-D429-B67C-8C6EAF54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325" y="1600200"/>
            <a:ext cx="4257675" cy="525780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Replace "70 - Pictures" and "75 - Video."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Modern Site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Libraries: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Image Library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(categorized by site and purpose)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Video Library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(training and testing videos)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Metadata: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Media Type, Site, Date.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View access for all; restricted edits for media admins.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Pages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Site Photos Page: Galleries for each site (e.g., Dinuba, Florence).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Training Videos Page: Embedded videos with descriptions.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7C76B0D-43E9-58D8-BA4F-841C0801D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12374"/>
              </p:ext>
            </p:extLst>
          </p:nvPr>
        </p:nvGraphicFramePr>
        <p:xfrm>
          <a:off x="-490537" y="1904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4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8986-A884-AB16-2CBC-5EEB3139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47EC-1A8A-BD34-144D-344D1EF24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020" y="1600200"/>
            <a:ext cx="4421980" cy="5257800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Replace "20 - Templates," "35 - Master Plans," "25 - Letters of Conformity."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Modern Site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 Libraries: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Templates Library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(categorized by document type: forms, plans, etc.)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Plans Library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Metadata: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Document Type, Date, Owner.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Security: 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Editable by Engineering leadership.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Pages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Templates Page: Links to frequently used forms and templates.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 Page: Links to integrated tools (e.g., AutoCAD, Power Automate workflows).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8DED07-2A5A-8883-8E76-0DFA69EC9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120580"/>
              </p:ext>
            </p:extLst>
          </p:nvPr>
        </p:nvGraphicFramePr>
        <p:xfrm>
          <a:off x="-490537" y="1904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5897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162050"/>
          </a:xfrm>
        </p:spPr>
        <p:txBody>
          <a:bodyPr anchor="b">
            <a:normAutofit/>
          </a:bodyPr>
          <a:lstStyle/>
          <a:p>
            <a:r>
              <a:t>Leveraging Modern Tools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C60D424-C814-8CB8-E2F3-DEAC3467E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715403"/>
            <a:ext cx="3008313" cy="4456797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C274CB-C2BA-13BF-F910-A8FCBD5D2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232557"/>
              </p:ext>
            </p:extLst>
          </p:nvPr>
        </p:nvGraphicFramePr>
        <p:xfrm>
          <a:off x="3575050" y="914400"/>
          <a:ext cx="5111750" cy="521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008313" cy="1162050"/>
          </a:xfrm>
        </p:spPr>
        <p:txBody>
          <a:bodyPr anchor="b">
            <a:normAutofit/>
          </a:bodyPr>
          <a:lstStyle/>
          <a:p>
            <a:r>
              <a:t>Moving from File Shares to SharePoint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5725B0-A557-6D64-2D5A-E6CC9410D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715403"/>
            <a:ext cx="3008313" cy="4456797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DF9AF7-F757-F726-EBD0-8B07A8811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40332"/>
              </p:ext>
            </p:extLst>
          </p:nvPr>
        </p:nvGraphicFramePr>
        <p:xfrm>
          <a:off x="3575050" y="914400"/>
          <a:ext cx="5111750" cy="521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ctr">
            <a:normAutofit/>
          </a:bodyPr>
          <a:lstStyle/>
          <a:p>
            <a:r>
              <a:t>Gaining Team Buy-In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Proposed Steps: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Present the Engineering Hub concept to stakeholders.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Collect feedback and refine the proposal.</a:t>
            </a:r>
          </a:p>
          <a:p>
            <a:pPr lvl="1">
              <a:lnSpc>
                <a:spcPct val="90000"/>
              </a:lnSpc>
            </a:pPr>
            <a:r>
              <a:rPr lang="en-US" sz="2200"/>
              <a:t>Dedicate resources to detailed planning and implementation.</a:t>
            </a:r>
          </a:p>
          <a:p>
            <a:pPr>
              <a:lnSpc>
                <a:spcPct val="90000"/>
              </a:lnSpc>
            </a:pPr>
            <a:r>
              <a:rPr lang="en-US" sz="2200"/>
              <a:t>Call to Action: Let’s work together to modernize and empower the Engineering department!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F87157-F0C5-725E-2086-DEBB5F388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ctr">
            <a:normAutofit/>
          </a:bodyPr>
          <a:lstStyle/>
          <a:p>
            <a:r>
              <a:t>Questions?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CFC158-2680-929C-016D-557D4D0A2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212242"/>
              </p:ext>
            </p:extLst>
          </p:nvPr>
        </p:nvGraphicFramePr>
        <p:xfrm>
          <a:off x="457200" y="1951037"/>
          <a:ext cx="8229600" cy="42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19260</TotalTime>
  <Words>1143</Words>
  <Application>Microsoft Office PowerPoint</Application>
  <PresentationFormat>On-screen Show (4:3)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Symbol</vt:lpstr>
      <vt:lpstr>Wingdings</vt:lpstr>
      <vt:lpstr>Office Theme</vt:lpstr>
      <vt:lpstr>Engineering Hub Proposal</vt:lpstr>
      <vt:lpstr>Why the Engineering Hub?</vt:lpstr>
      <vt:lpstr>Engineering Hub Proposal</vt:lpstr>
      <vt:lpstr>Key Reasons to Transition</vt:lpstr>
      <vt:lpstr>Proposed Structure</vt:lpstr>
      <vt:lpstr>PowerPoint Presentation</vt:lpstr>
      <vt:lpstr>PowerPoint Presentation</vt:lpstr>
      <vt:lpstr>PowerPoint Presentation</vt:lpstr>
      <vt:lpstr>Project Management Made Easy</vt:lpstr>
      <vt:lpstr>Managing Standards and Policies</vt:lpstr>
      <vt:lpstr>Example Engineering Hub Structure</vt:lpstr>
      <vt:lpstr>Standards and Policies</vt:lpstr>
      <vt:lpstr>Projects</vt:lpstr>
      <vt:lpstr>Process Documentation</vt:lpstr>
      <vt:lpstr>Media Library</vt:lpstr>
      <vt:lpstr>Tools and Resources</vt:lpstr>
      <vt:lpstr>Leveraging Modern Tools</vt:lpstr>
      <vt:lpstr>Moving from File Shares to SharePoint</vt:lpstr>
      <vt:lpstr>Gaining Team Buy-In</vt:lpstr>
      <vt:lpstr>Questions?</vt:lpstr>
    </vt:vector>
  </TitlesOfParts>
  <Company>Ruiz Foods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anna_velasco</dc:creator>
  <cp:lastModifiedBy>Haaron Gonzalez</cp:lastModifiedBy>
  <cp:revision>1031</cp:revision>
  <cp:lastPrinted>2017-05-05T17:48:24Z</cp:lastPrinted>
  <dcterms:created xsi:type="dcterms:W3CDTF">2008-01-04T19:25:56Z</dcterms:created>
  <dcterms:modified xsi:type="dcterms:W3CDTF">2025-02-12T21:22:15Z</dcterms:modified>
</cp:coreProperties>
</file>